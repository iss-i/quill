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6"/>
    <p:sldMasterId id="2147484009" r:id="rId7"/>
  </p:sldMasterIdLst>
  <p:notesMasterIdLst>
    <p:notesMasterId r:id="rId25"/>
  </p:notesMasterIdLst>
  <p:handoutMasterIdLst>
    <p:handoutMasterId r:id="rId26"/>
  </p:handoutMasterIdLst>
  <p:sldIdLst>
    <p:sldId id="272" r:id="rId8"/>
    <p:sldId id="291" r:id="rId9"/>
    <p:sldId id="274" r:id="rId10"/>
    <p:sldId id="273" r:id="rId11"/>
    <p:sldId id="285" r:id="rId12"/>
    <p:sldId id="276" r:id="rId13"/>
    <p:sldId id="277" r:id="rId14"/>
    <p:sldId id="278" r:id="rId15"/>
    <p:sldId id="290" r:id="rId16"/>
    <p:sldId id="279" r:id="rId17"/>
    <p:sldId id="280" r:id="rId18"/>
    <p:sldId id="281" r:id="rId19"/>
    <p:sldId id="282" r:id="rId20"/>
    <p:sldId id="283" r:id="rId21"/>
    <p:sldId id="284" r:id="rId22"/>
    <p:sldId id="286" r:id="rId23"/>
    <p:sldId id="289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Boyes" initials="L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087CF-B8D2-1C6C-E6B6-3EF31D0B5558}" v="1" dt="2026-07-21T18:09:14.532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microsoft.com/office/2015/10/relationships/revisionInfo" Target="revisionInfo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h, Eno" userId="837eb0d5-0e6d-4102-ab3e-d3db6da71507" providerId="ADAL" clId="{96DBF024-E832-4AE5-837B-A472855D1E2A}"/>
    <pc:docChg chg="custSel modSld delMainMaster">
      <pc:chgData name="Noah, Eno" userId="837eb0d5-0e6d-4102-ab3e-d3db6da71507" providerId="ADAL" clId="{96DBF024-E832-4AE5-837B-A472855D1E2A}" dt="2026-06-24T18:17:47.316" v="67" actId="403"/>
      <pc:docMkLst>
        <pc:docMk/>
      </pc:docMkLst>
      <pc:sldChg chg="addSp delSp modSp mod">
        <pc:chgData name="Noah, Eno" userId="837eb0d5-0e6d-4102-ab3e-d3db6da71507" providerId="ADAL" clId="{96DBF024-E832-4AE5-837B-A472855D1E2A}" dt="2026-06-24T18:17:35.346" v="64"/>
        <pc:sldMkLst>
          <pc:docMk/>
          <pc:sldMk cId="1903872204" sldId="272"/>
        </pc:sldMkLst>
      </pc:sldChg>
      <pc:sldChg chg="modSp mod">
        <pc:chgData name="Noah, Eno" userId="837eb0d5-0e6d-4102-ab3e-d3db6da71507" providerId="ADAL" clId="{96DBF024-E832-4AE5-837B-A472855D1E2A}" dt="2026-06-24T18:15:53.777" v="13" actId="207"/>
        <pc:sldMkLst>
          <pc:docMk/>
          <pc:sldMk cId="0" sldId="273"/>
        </pc:sldMkLst>
        <pc:spChg chg="mod">
          <ac:chgData name="Noah, Eno" userId="837eb0d5-0e6d-4102-ab3e-d3db6da71507" providerId="ADAL" clId="{96DBF024-E832-4AE5-837B-A472855D1E2A}" dt="2026-06-24T18:15:53.777" v="13" actId="207"/>
          <ac:spMkLst>
            <pc:docMk/>
            <pc:sldMk cId="0" sldId="273"/>
            <ac:spMk id="15" creationId="{00000000-0000-0000-0000-000000000000}"/>
          </ac:spMkLst>
        </pc:spChg>
      </pc:sldChg>
      <pc:sldChg chg="modSp mod">
        <pc:chgData name="Noah, Eno" userId="837eb0d5-0e6d-4102-ab3e-d3db6da71507" providerId="ADAL" clId="{96DBF024-E832-4AE5-837B-A472855D1E2A}" dt="2026-06-24T18:16:23.396" v="14" actId="1076"/>
        <pc:sldMkLst>
          <pc:docMk/>
          <pc:sldMk cId="0" sldId="276"/>
        </pc:sldMkLst>
        <pc:spChg chg="mod">
          <ac:chgData name="Noah, Eno" userId="837eb0d5-0e6d-4102-ab3e-d3db6da71507" providerId="ADAL" clId="{96DBF024-E832-4AE5-837B-A472855D1E2A}" dt="2026-06-24T18:16:23.396" v="14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Noah, Eno" userId="837eb0d5-0e6d-4102-ab3e-d3db6da71507" providerId="ADAL" clId="{96DBF024-E832-4AE5-837B-A472855D1E2A}" dt="2026-06-24T18:15:21.603" v="9" actId="403"/>
          <ac:spMkLst>
            <pc:docMk/>
            <pc:sldMk cId="0" sldId="276"/>
            <ac:spMk id="6" creationId="{D2DE00BE-6F3F-8D54-A908-5EEEC77C16E2}"/>
          </ac:spMkLst>
        </pc:spChg>
        <pc:spChg chg="mod">
          <ac:chgData name="Noah, Eno" userId="837eb0d5-0e6d-4102-ab3e-d3db6da71507" providerId="ADAL" clId="{96DBF024-E832-4AE5-837B-A472855D1E2A}" dt="2026-06-24T18:15:32.577" v="11" actId="403"/>
          <ac:spMkLst>
            <pc:docMk/>
            <pc:sldMk cId="0" sldId="276"/>
            <ac:spMk id="17" creationId="{00000000-0000-0000-0000-000000000000}"/>
          </ac:spMkLst>
        </pc:spChg>
        <pc:spChg chg="mod">
          <ac:chgData name="Noah, Eno" userId="837eb0d5-0e6d-4102-ab3e-d3db6da71507" providerId="ADAL" clId="{96DBF024-E832-4AE5-837B-A472855D1E2A}" dt="2026-06-24T18:15:24.075" v="10" actId="403"/>
          <ac:spMkLst>
            <pc:docMk/>
            <pc:sldMk cId="0" sldId="276"/>
            <ac:spMk id="18" creationId="{00000000-0000-0000-0000-000000000000}"/>
          </ac:spMkLst>
        </pc:spChg>
        <pc:spChg chg="mod">
          <ac:chgData name="Noah, Eno" userId="837eb0d5-0e6d-4102-ab3e-d3db6da71507" providerId="ADAL" clId="{96DBF024-E832-4AE5-837B-A472855D1E2A}" dt="2026-06-24T18:15:18.864" v="8" actId="403"/>
          <ac:spMkLst>
            <pc:docMk/>
            <pc:sldMk cId="0" sldId="276"/>
            <ac:spMk id="19" creationId="{00000000-0000-0000-0000-000000000000}"/>
          </ac:spMkLst>
        </pc:spChg>
        <pc:spChg chg="mod">
          <ac:chgData name="Noah, Eno" userId="837eb0d5-0e6d-4102-ab3e-d3db6da71507" providerId="ADAL" clId="{96DBF024-E832-4AE5-837B-A472855D1E2A}" dt="2026-06-24T18:15:13.984" v="7" actId="403"/>
          <ac:spMkLst>
            <pc:docMk/>
            <pc:sldMk cId="0" sldId="276"/>
            <ac:spMk id="20" creationId="{00000000-0000-0000-0000-000000000000}"/>
          </ac:spMkLst>
        </pc:spChg>
      </pc:sldChg>
      <pc:sldChg chg="modSp mod">
        <pc:chgData name="Noah, Eno" userId="837eb0d5-0e6d-4102-ab3e-d3db6da71507" providerId="ADAL" clId="{96DBF024-E832-4AE5-837B-A472855D1E2A}" dt="2026-06-24T18:17:47.316" v="67" actId="403"/>
        <pc:sldMkLst>
          <pc:docMk/>
          <pc:sldMk cId="0" sldId="284"/>
        </pc:sldMkLst>
        <pc:spChg chg="mod">
          <ac:chgData name="Noah, Eno" userId="837eb0d5-0e6d-4102-ab3e-d3db6da71507" providerId="ADAL" clId="{96DBF024-E832-4AE5-837B-A472855D1E2A}" dt="2026-06-24T18:17:47.316" v="67" actId="403"/>
          <ac:spMkLst>
            <pc:docMk/>
            <pc:sldMk cId="0" sldId="284"/>
            <ac:spMk id="16" creationId="{00000000-0000-0000-0000-000000000000}"/>
          </ac:spMkLst>
        </pc:spChg>
      </pc:sldChg>
      <pc:sldChg chg="modSp mod">
        <pc:chgData name="Noah, Eno" userId="837eb0d5-0e6d-4102-ab3e-d3db6da71507" providerId="ADAL" clId="{96DBF024-E832-4AE5-837B-A472855D1E2A}" dt="2026-06-24T18:15:45.364" v="12" actId="207"/>
        <pc:sldMkLst>
          <pc:docMk/>
          <pc:sldMk cId="0" sldId="285"/>
        </pc:sldMkLst>
        <pc:spChg chg="mod">
          <ac:chgData name="Noah, Eno" userId="837eb0d5-0e6d-4102-ab3e-d3db6da71507" providerId="ADAL" clId="{96DBF024-E832-4AE5-837B-A472855D1E2A}" dt="2026-06-24T18:15:45.364" v="12" actId="207"/>
          <ac:spMkLst>
            <pc:docMk/>
            <pc:sldMk cId="0" sldId="285"/>
            <ac:spMk id="16" creationId="{00000000-0000-0000-0000-000000000000}"/>
          </ac:spMkLst>
        </pc:spChg>
      </pc:sldChg>
    </pc:docChg>
  </pc:docChgLst>
  <pc:docChgLst>
    <pc:chgData name="Eziefula, Doris (Piper Companies, LLC)" userId="S::kchn624@astrazeneca.net::7ad4afce-48f4-47c5-b95d-f41cc27fdd3d" providerId="AD" clId="Web-{47F087CF-B8D2-1C6C-E6B6-3EF31D0B5558}"/>
    <pc:docChg chg="addSld">
      <pc:chgData name="Eziefula, Doris (Piper Companies, LLC)" userId="S::kchn624@astrazeneca.net::7ad4afce-48f4-47c5-b95d-f41cc27fdd3d" providerId="AD" clId="Web-{47F087CF-B8D2-1C6C-E6B6-3EF31D0B5558}" dt="2026-07-21T18:09:14.532" v="0"/>
      <pc:docMkLst>
        <pc:docMk/>
      </pc:docMkLst>
      <pc:sldChg chg="new">
        <pc:chgData name="Eziefula, Doris (Piper Companies, LLC)" userId="S::kchn624@astrazeneca.net::7ad4afce-48f4-47c5-b95d-f41cc27fdd3d" providerId="AD" clId="Web-{47F087CF-B8D2-1C6C-E6B6-3EF31D0B5558}" dt="2026-07-21T18:09:14.532" v="0"/>
        <pc:sldMkLst>
          <pc:docMk/>
          <pc:sldMk cId="282876583" sldId="291"/>
        </pc:sldMkLst>
      </pc:sldChg>
    </pc:docChg>
  </pc:docChgLst>
  <pc:docChgLst>
    <pc:chgData name="Massaad, Miriam" userId="ecc1a85f-ebf4-4cab-ab19-382ae02ec4aa" providerId="ADAL" clId="{61D580D0-CFD7-4741-BD11-BE5E563DDF61}"/>
    <pc:docChg chg="undo custSel addSld delSld modSld sldOrd addMainMaster delMainMaster">
      <pc:chgData name="Massaad, Miriam" userId="ecc1a85f-ebf4-4cab-ab19-382ae02ec4aa" providerId="ADAL" clId="{61D580D0-CFD7-4741-BD11-BE5E563DDF61}" dt="2026-06-24T16:54:07.803" v="1748" actId="20577"/>
      <pc:docMkLst>
        <pc:docMk/>
      </pc:docMkLst>
      <pc:sldChg chg="modSp mod">
        <pc:chgData name="Massaad, Miriam" userId="ecc1a85f-ebf4-4cab-ab19-382ae02ec4aa" providerId="ADAL" clId="{61D580D0-CFD7-4741-BD11-BE5E563DDF61}" dt="2026-06-24T15:29:55.090" v="1379" actId="17032"/>
        <pc:sldMkLst>
          <pc:docMk/>
          <pc:sldMk cId="0" sldId="273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29:48.981" v="1378" actId="13822"/>
          <ac:spMkLst>
            <pc:docMk/>
            <pc:sldMk cId="0" sldId="273"/>
            <ac:spMk id="14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29:55.090" v="1379" actId="17032"/>
          <ac:spMkLst>
            <pc:docMk/>
            <pc:sldMk cId="0" sldId="273"/>
            <ac:spMk id="15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29:33.240" v="1376" actId="13822"/>
          <ac:spMkLst>
            <pc:docMk/>
            <pc:sldMk cId="0" sldId="273"/>
            <ac:spMk id="2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29:44.644" v="1377" actId="17032"/>
          <ac:spMkLst>
            <pc:docMk/>
            <pc:sldMk cId="0" sldId="273"/>
            <ac:spMk id="2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3"/>
            <ac:spMk id="22" creationId="{00000000-0000-0000-0000-000000000000}"/>
          </ac:spMkLst>
        </pc:spChg>
      </pc:sldChg>
      <pc:sldChg chg="modSp mod or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74"/>
        </pc:sldMkLst>
        <pc:spChg chg="mod">
          <ac:chgData name="Massaad, Miriam" userId="ecc1a85f-ebf4-4cab-ab19-382ae02ec4aa" providerId="ADAL" clId="{61D580D0-CFD7-4741-BD11-BE5E563DDF61}" dt="2026-06-24T14:52:59.250" v="213" actId="26606"/>
          <ac:spMkLst>
            <pc:docMk/>
            <pc:sldMk cId="0" sldId="274"/>
            <ac:spMk id="2" creationId="{00000000-0000-0000-0000-000000000000}"/>
          </ac:spMkLst>
        </pc:spChg>
        <pc:graphicFrameChg chg="mod modGraphic">
          <ac:chgData name="Massaad, Miriam" userId="ecc1a85f-ebf4-4cab-ab19-382ae02ec4aa" providerId="ADAL" clId="{61D580D0-CFD7-4741-BD11-BE5E563DDF61}" dt="2026-06-24T15:17:55.711" v="1218" actId="26606"/>
          <ac:graphicFrameMkLst>
            <pc:docMk/>
            <pc:sldMk cId="0" sldId="274"/>
            <ac:graphicFrameMk id="10" creationId="{00000000-0000-0000-0000-000000000000}"/>
          </ac:graphicFrameMkLst>
        </pc:graphicFrameChg>
      </pc:sldChg>
      <pc:sldChg chg="addSp delSp modSp mo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76"/>
        </pc:sldMkLst>
        <pc:spChg chg="add 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6"/>
            <ac:spMk id="5" creationId="{E3A7C38E-48B0-4A35-7F20-1AE16663DF59}"/>
          </ac:spMkLst>
        </pc:spChg>
        <pc:spChg chg="add 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6"/>
            <ac:spMk id="6" creationId="{D2DE00BE-6F3F-8D54-A908-5EEEC77C16E2}"/>
          </ac:spMkLst>
        </pc:spChg>
        <pc:spChg chg="add 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6"/>
            <ac:spMk id="7" creationId="{7281D46F-43B0-98EA-DB69-4C91D83CAE8E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05:18.702" v="1115" actId="14100"/>
          <ac:spMkLst>
            <pc:docMk/>
            <pc:sldMk cId="0" sldId="276"/>
            <ac:spMk id="14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6"/>
            <ac:spMk id="15" creationId="{00000000-0000-0000-0000-000000000000}"/>
          </ac:spMkLst>
        </pc:spChg>
        <pc:spChg chg="add del 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6"/>
            <ac:spMk id="16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6"/>
            <ac:spMk id="18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6"/>
            <ac:spMk id="19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6"/>
            <ac:spMk id="2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06:14.696" v="1197" actId="1076"/>
          <ac:spMkLst>
            <pc:docMk/>
            <pc:sldMk cId="0" sldId="276"/>
            <ac:spMk id="22" creationId="{00000000-0000-0000-0000-000000000000}"/>
          </ac:spMkLst>
        </pc:spChg>
      </pc:sldChg>
      <pc:sldChg chg="modSp mo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77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7"/>
            <ac:spMk id="15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7"/>
            <ac:spMk id="16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7"/>
            <ac:spMk id="18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7"/>
            <ac:spMk id="2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4:44:04.902" v="206" actId="27636"/>
          <ac:spMkLst>
            <pc:docMk/>
            <pc:sldMk cId="0" sldId="277"/>
            <ac:spMk id="22" creationId="{00000000-0000-0000-0000-000000000000}"/>
          </ac:spMkLst>
        </pc:spChg>
      </pc:sldChg>
      <pc:sldChg chg="modSp mod">
        <pc:chgData name="Massaad, Miriam" userId="ecc1a85f-ebf4-4cab-ab19-382ae02ec4aa" providerId="ADAL" clId="{61D580D0-CFD7-4741-BD11-BE5E563DDF61}" dt="2026-06-24T15:24:13.093" v="1375" actId="20577"/>
        <pc:sldMkLst>
          <pc:docMk/>
          <pc:sldMk cId="0" sldId="278"/>
        </pc:sldMkLst>
        <pc:spChg chg="mod">
          <ac:chgData name="Massaad, Miriam" userId="ecc1a85f-ebf4-4cab-ab19-382ae02ec4aa" providerId="ADAL" clId="{61D580D0-CFD7-4741-BD11-BE5E563DDF61}" dt="2026-06-24T15:24:13.093" v="1375" actId="20577"/>
          <ac:spMkLst>
            <pc:docMk/>
            <pc:sldMk cId="0" sldId="278"/>
            <ac:spMk id="1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8"/>
            <ac:spMk id="14" creationId="{00000000-0000-0000-0000-000000000000}"/>
          </ac:spMkLst>
        </pc:spChg>
      </pc:sldChg>
      <pc:sldChg chg="modSp mo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79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9"/>
            <ac:spMk id="15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79"/>
            <ac:spMk id="16" creationId="{00000000-0000-0000-0000-000000000000}"/>
          </ac:spMkLst>
        </pc:spChg>
      </pc:sldChg>
      <pc:sldChg chg="modSp mo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80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0"/>
            <ac:spMk id="12" creationId="{00000000-0000-0000-0000-000000000000}"/>
          </ac:spMkLst>
        </pc:spChg>
      </pc:sldChg>
      <pc:sldChg chg="modSp mo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81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1"/>
            <ac:spMk id="15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1"/>
            <ac:spMk id="16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1"/>
            <ac:spMk id="17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1"/>
            <ac:spMk id="18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1"/>
            <ac:spMk id="2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1"/>
            <ac:spMk id="21" creationId="{00000000-0000-0000-0000-000000000000}"/>
          </ac:spMkLst>
        </pc:spChg>
        <pc:cxnChg chg="mod">
          <ac:chgData name="Massaad, Miriam" userId="ecc1a85f-ebf4-4cab-ab19-382ae02ec4aa" providerId="ADAL" clId="{61D580D0-CFD7-4741-BD11-BE5E563DDF61}" dt="2026-06-24T15:17:55.711" v="1218" actId="26606"/>
          <ac:cxnSpMkLst>
            <pc:docMk/>
            <pc:sldMk cId="0" sldId="281"/>
            <ac:cxnSpMk id="10" creationId="{00000000-0000-0000-0000-000000000000}"/>
          </ac:cxnSpMkLst>
        </pc:cxnChg>
        <pc:cxnChg chg="mod">
          <ac:chgData name="Massaad, Miriam" userId="ecc1a85f-ebf4-4cab-ab19-382ae02ec4aa" providerId="ADAL" clId="{61D580D0-CFD7-4741-BD11-BE5E563DDF61}" dt="2026-06-24T15:17:55.711" v="1218" actId="26606"/>
          <ac:cxnSpMkLst>
            <pc:docMk/>
            <pc:sldMk cId="0" sldId="281"/>
            <ac:cxnSpMk id="11" creationId="{00000000-0000-0000-0000-000000000000}"/>
          </ac:cxnSpMkLst>
        </pc:cxnChg>
        <pc:cxnChg chg="mod">
          <ac:chgData name="Massaad, Miriam" userId="ecc1a85f-ebf4-4cab-ab19-382ae02ec4aa" providerId="ADAL" clId="{61D580D0-CFD7-4741-BD11-BE5E563DDF61}" dt="2026-06-24T15:17:55.711" v="1218" actId="26606"/>
          <ac:cxnSpMkLst>
            <pc:docMk/>
            <pc:sldMk cId="0" sldId="281"/>
            <ac:cxnSpMk id="12" creationId="{00000000-0000-0000-0000-000000000000}"/>
          </ac:cxnSpMkLst>
        </pc:cxnChg>
      </pc:sldChg>
      <pc:sldChg chg="modSp mo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82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2"/>
            <ac:spMk id="12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2"/>
            <ac:spMk id="13" creationId="{00000000-0000-0000-0000-000000000000}"/>
          </ac:spMkLst>
        </pc:spChg>
      </pc:sldChg>
      <pc:sldChg chg="modSp mod">
        <pc:chgData name="Massaad, Miriam" userId="ecc1a85f-ebf4-4cab-ab19-382ae02ec4aa" providerId="ADAL" clId="{61D580D0-CFD7-4741-BD11-BE5E563DDF61}" dt="2026-06-24T15:23:43.467" v="1321" actId="20577"/>
        <pc:sldMkLst>
          <pc:docMk/>
          <pc:sldMk cId="0" sldId="283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3"/>
            <ac:spMk id="1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3"/>
            <ac:spMk id="13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3"/>
            <ac:spMk id="15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3"/>
            <ac:spMk id="16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3"/>
            <ac:spMk id="18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3"/>
            <ac:spMk id="2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23:43.467" v="1321" actId="20577"/>
          <ac:spMkLst>
            <pc:docMk/>
            <pc:sldMk cId="0" sldId="283"/>
            <ac:spMk id="22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3"/>
            <ac:spMk id="23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3"/>
            <ac:spMk id="24" creationId="{00000000-0000-0000-0000-000000000000}"/>
          </ac:spMkLst>
        </pc:spChg>
      </pc:sldChg>
      <pc:sldChg chg="modSp mo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84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4"/>
            <ac:spMk id="1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4"/>
            <ac:spMk id="12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4"/>
            <ac:spMk id="14" creationId="{00000000-0000-0000-0000-000000000000}"/>
          </ac:spMkLst>
        </pc:spChg>
      </pc:sldChg>
      <pc:sldChg chg="addSp modSp mod or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85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5"/>
            <ac:spMk id="1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5"/>
            <ac:spMk id="12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4:44:04.808" v="202" actId="26606"/>
          <ac:spMkLst>
            <pc:docMk/>
            <pc:sldMk cId="0" sldId="285"/>
            <ac:spMk id="13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5"/>
            <ac:spMk id="14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4:44:04.808" v="202" actId="26606"/>
          <ac:spMkLst>
            <pc:docMk/>
            <pc:sldMk cId="0" sldId="285"/>
            <ac:spMk id="16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4:44:04.808" v="202" actId="26606"/>
          <ac:spMkLst>
            <pc:docMk/>
            <pc:sldMk cId="0" sldId="285"/>
            <ac:spMk id="17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5"/>
            <ac:spMk id="18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5"/>
            <ac:spMk id="2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4:44:04.808" v="202" actId="26606"/>
          <ac:spMkLst>
            <pc:docMk/>
            <pc:sldMk cId="0" sldId="285"/>
            <ac:spMk id="2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5"/>
            <ac:spMk id="22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4:44:04.808" v="202" actId="26606"/>
          <ac:spMkLst>
            <pc:docMk/>
            <pc:sldMk cId="0" sldId="285"/>
            <ac:spMk id="23" creationId="{00000000-0000-0000-0000-000000000000}"/>
          </ac:spMkLst>
        </pc:spChg>
        <pc:spChg chg="add">
          <ac:chgData name="Massaad, Miriam" userId="ecc1a85f-ebf4-4cab-ab19-382ae02ec4aa" providerId="ADAL" clId="{61D580D0-CFD7-4741-BD11-BE5E563DDF61}" dt="2026-06-24T14:44:04.808" v="202" actId="26606"/>
          <ac:spMkLst>
            <pc:docMk/>
            <pc:sldMk cId="0" sldId="285"/>
            <ac:spMk id="25" creationId="{00000000-0000-0000-0000-000000000000}"/>
          </ac:spMkLst>
        </pc:spChg>
        <pc:spChg chg="add 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5"/>
            <ac:spMk id="26" creationId="{00000000-0000-0000-0000-000000000000}"/>
          </ac:spMkLst>
        </pc:spChg>
        <pc:spChg chg="add">
          <ac:chgData name="Massaad, Miriam" userId="ecc1a85f-ebf4-4cab-ab19-382ae02ec4aa" providerId="ADAL" clId="{61D580D0-CFD7-4741-BD11-BE5E563DDF61}" dt="2026-06-24T14:44:04.808" v="202" actId="26606"/>
          <ac:spMkLst>
            <pc:docMk/>
            <pc:sldMk cId="0" sldId="285"/>
            <ac:spMk id="27" creationId="{00000000-0000-0000-0000-000000000000}"/>
          </ac:spMkLst>
        </pc:spChg>
      </pc:sldChg>
      <pc:sldChg chg="modSp mo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86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6"/>
            <ac:spMk id="1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6"/>
            <ac:spMk id="12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6"/>
            <ac:spMk id="13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6"/>
            <ac:spMk id="15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6"/>
            <ac:spMk id="16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4:44:04.808" v="202" actId="26606"/>
          <ac:spMkLst>
            <pc:docMk/>
            <pc:sldMk cId="0" sldId="286"/>
            <ac:spMk id="2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6"/>
            <ac:spMk id="21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6"/>
            <ac:spMk id="23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6"/>
            <ac:spMk id="24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4:44:04.808" v="202" actId="26606"/>
          <ac:spMkLst>
            <pc:docMk/>
            <pc:sldMk cId="0" sldId="286"/>
            <ac:spMk id="25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6"/>
            <ac:spMk id="26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6"/>
            <ac:spMk id="27" creationId="{00000000-0000-0000-0000-000000000000}"/>
          </ac:spMkLst>
        </pc:spChg>
      </pc:sldChg>
      <pc:sldChg chg="modSp mod">
        <pc:chgData name="Massaad, Miriam" userId="ecc1a85f-ebf4-4cab-ab19-382ae02ec4aa" providerId="ADAL" clId="{61D580D0-CFD7-4741-BD11-BE5E563DDF61}" dt="2026-06-24T15:17:55.711" v="1218" actId="26606"/>
        <pc:sldMkLst>
          <pc:docMk/>
          <pc:sldMk cId="0" sldId="289"/>
        </pc:sldMkLst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9"/>
            <ac:spMk id="12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9"/>
            <ac:spMk id="13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9"/>
            <ac:spMk id="14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9"/>
            <ac:spMk id="18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9"/>
            <ac:spMk id="19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9"/>
            <ac:spMk id="20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9"/>
            <ac:spMk id="23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9"/>
            <ac:spMk id="24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9"/>
            <ac:spMk id="25" creationId="{00000000-0000-0000-0000-000000000000}"/>
          </ac:spMkLst>
        </pc:spChg>
        <pc:spChg chg="mod">
          <ac:chgData name="Massaad, Miriam" userId="ecc1a85f-ebf4-4cab-ab19-382ae02ec4aa" providerId="ADAL" clId="{61D580D0-CFD7-4741-BD11-BE5E563DDF61}" dt="2026-06-24T15:17:55.711" v="1218" actId="26606"/>
          <ac:spMkLst>
            <pc:docMk/>
            <pc:sldMk cId="0" sldId="289"/>
            <ac:spMk id="26" creationId="{00000000-0000-0000-0000-000000000000}"/>
          </ac:spMkLst>
        </pc:spChg>
      </pc:sldChg>
      <pc:sldChg chg="addSp delSp modSp add mod">
        <pc:chgData name="Massaad, Miriam" userId="ecc1a85f-ebf4-4cab-ab19-382ae02ec4aa" providerId="ADAL" clId="{61D580D0-CFD7-4741-BD11-BE5E563DDF61}" dt="2026-06-24T16:54:07.803" v="1748" actId="20577"/>
        <pc:sldMkLst>
          <pc:docMk/>
          <pc:sldMk cId="455417015" sldId="290"/>
        </pc:sldMkLst>
        <pc:spChg chg="add mod">
          <ac:chgData name="Massaad, Miriam" userId="ecc1a85f-ebf4-4cab-ab19-382ae02ec4aa" providerId="ADAL" clId="{61D580D0-CFD7-4741-BD11-BE5E563DDF61}" dt="2026-06-24T16:54:07.803" v="1748" actId="20577"/>
          <ac:spMkLst>
            <pc:docMk/>
            <pc:sldMk cId="455417015" sldId="290"/>
            <ac:spMk id="4" creationId="{1B0E79AE-003F-74FE-7620-6F166C4AFD0F}"/>
          </ac:spMkLst>
        </pc:spChg>
        <pc:spChg chg="add mod">
          <ac:chgData name="Massaad, Miriam" userId="ecc1a85f-ebf4-4cab-ab19-382ae02ec4aa" providerId="ADAL" clId="{61D580D0-CFD7-4741-BD11-BE5E563DDF61}" dt="2026-06-24T16:52:51.904" v="1731" actId="1036"/>
          <ac:spMkLst>
            <pc:docMk/>
            <pc:sldMk cId="455417015" sldId="290"/>
            <ac:spMk id="5" creationId="{C28F50A4-AB58-936D-DEE8-6B3EFF606B12}"/>
          </ac:spMkLst>
        </pc:spChg>
        <pc:spChg chg="add mod">
          <ac:chgData name="Massaad, Miriam" userId="ecc1a85f-ebf4-4cab-ab19-382ae02ec4aa" providerId="ADAL" clId="{61D580D0-CFD7-4741-BD11-BE5E563DDF61}" dt="2026-06-24T16:53:09.996" v="1742" actId="1035"/>
          <ac:spMkLst>
            <pc:docMk/>
            <pc:sldMk cId="455417015" sldId="290"/>
            <ac:spMk id="6" creationId="{1CE032FF-F445-DC69-93BA-2A1BCE45A40C}"/>
          </ac:spMkLst>
        </pc:spChg>
        <pc:spChg chg="add mod">
          <ac:chgData name="Massaad, Miriam" userId="ecc1a85f-ebf4-4cab-ab19-382ae02ec4aa" providerId="ADAL" clId="{61D580D0-CFD7-4741-BD11-BE5E563DDF61}" dt="2026-06-24T16:53:09.996" v="1742" actId="1035"/>
          <ac:spMkLst>
            <pc:docMk/>
            <pc:sldMk cId="455417015" sldId="290"/>
            <ac:spMk id="7" creationId="{D20931C0-0830-DB5B-1572-4498D9967034}"/>
          </ac:spMkLst>
        </pc:spChg>
        <pc:spChg chg="add mod">
          <ac:chgData name="Massaad, Miriam" userId="ecc1a85f-ebf4-4cab-ab19-382ae02ec4aa" providerId="ADAL" clId="{61D580D0-CFD7-4741-BD11-BE5E563DDF61}" dt="2026-06-24T16:53:09.996" v="1742" actId="1035"/>
          <ac:spMkLst>
            <pc:docMk/>
            <pc:sldMk cId="455417015" sldId="290"/>
            <ac:spMk id="8" creationId="{DFAAD1FF-55FA-5997-5CB9-F35FE0DA1988}"/>
          </ac:spMkLst>
        </pc:spChg>
        <pc:spChg chg="add mod">
          <ac:chgData name="Massaad, Miriam" userId="ecc1a85f-ebf4-4cab-ab19-382ae02ec4aa" providerId="ADAL" clId="{61D580D0-CFD7-4741-BD11-BE5E563DDF61}" dt="2026-06-24T16:53:09.996" v="1742" actId="1035"/>
          <ac:spMkLst>
            <pc:docMk/>
            <pc:sldMk cId="455417015" sldId="290"/>
            <ac:spMk id="9" creationId="{BF2FCE0F-13B0-B4AE-2294-41DA06E382BB}"/>
          </ac:spMkLst>
        </pc:spChg>
        <pc:spChg chg="mod">
          <ac:chgData name="Massaad, Miriam" userId="ecc1a85f-ebf4-4cab-ab19-382ae02ec4aa" providerId="ADAL" clId="{61D580D0-CFD7-4741-BD11-BE5E563DDF61}" dt="2026-06-24T16:53:43.147" v="1743" actId="1076"/>
          <ac:spMkLst>
            <pc:docMk/>
            <pc:sldMk cId="455417015" sldId="290"/>
            <ac:spMk id="13" creationId="{B8D21BD4-A1FE-7D3C-03A2-26EC38A9E08F}"/>
          </ac:spMkLst>
        </pc:spChg>
        <pc:spChg chg="mod">
          <ac:chgData name="Massaad, Miriam" userId="ecc1a85f-ebf4-4cab-ab19-382ae02ec4aa" providerId="ADAL" clId="{61D580D0-CFD7-4741-BD11-BE5E563DDF61}" dt="2026-06-24T16:53:47.226" v="1744" actId="1076"/>
          <ac:spMkLst>
            <pc:docMk/>
            <pc:sldMk cId="455417015" sldId="290"/>
            <ac:spMk id="14" creationId="{C619C11B-E39A-B73C-78CF-240EBD35CC02}"/>
          </ac:spMkLst>
        </pc:spChg>
        <pc:spChg chg="mod">
          <ac:chgData name="Massaad, Miriam" userId="ecc1a85f-ebf4-4cab-ab19-382ae02ec4aa" providerId="ADAL" clId="{61D580D0-CFD7-4741-BD11-BE5E563DDF61}" dt="2026-06-24T16:53:51.443" v="1745" actId="1076"/>
          <ac:spMkLst>
            <pc:docMk/>
            <pc:sldMk cId="455417015" sldId="290"/>
            <ac:spMk id="15" creationId="{B3750F34-ECD9-7AD0-5DC4-463AEAA60BA8}"/>
          </ac:spMkLst>
        </pc:spChg>
        <pc:spChg chg="mod">
          <ac:chgData name="Massaad, Miriam" userId="ecc1a85f-ebf4-4cab-ab19-382ae02ec4aa" providerId="ADAL" clId="{61D580D0-CFD7-4741-BD11-BE5E563DDF61}" dt="2026-06-24T16:52:51.904" v="1731" actId="1036"/>
          <ac:spMkLst>
            <pc:docMk/>
            <pc:sldMk cId="455417015" sldId="290"/>
            <ac:spMk id="16" creationId="{81055E6F-76D1-4185-266C-69513604DE51}"/>
          </ac:spMkLst>
        </pc:spChg>
        <pc:spChg chg="mod">
          <ac:chgData name="Massaad, Miriam" userId="ecc1a85f-ebf4-4cab-ab19-382ae02ec4aa" providerId="ADAL" clId="{61D580D0-CFD7-4741-BD11-BE5E563DDF61}" dt="2026-06-24T16:52:51.904" v="1731" actId="1036"/>
          <ac:spMkLst>
            <pc:docMk/>
            <pc:sldMk cId="455417015" sldId="290"/>
            <ac:spMk id="17" creationId="{EE3C5FA5-9B2D-2B6D-61F3-4EF3867C13EB}"/>
          </ac:spMkLst>
        </pc:spChg>
        <pc:spChg chg="mod">
          <ac:chgData name="Massaad, Miriam" userId="ecc1a85f-ebf4-4cab-ab19-382ae02ec4aa" providerId="ADAL" clId="{61D580D0-CFD7-4741-BD11-BE5E563DDF61}" dt="2026-06-24T16:52:51.904" v="1731" actId="1036"/>
          <ac:spMkLst>
            <pc:docMk/>
            <pc:sldMk cId="455417015" sldId="290"/>
            <ac:spMk id="18" creationId="{3182C5D2-61DB-E794-19AF-FB8B77BBE4BF}"/>
          </ac:spMkLst>
        </pc:spChg>
        <pc:spChg chg="mod">
          <ac:chgData name="Massaad, Miriam" userId="ecc1a85f-ebf4-4cab-ab19-382ae02ec4aa" providerId="ADAL" clId="{61D580D0-CFD7-4741-BD11-BE5E563DDF61}" dt="2026-06-24T16:50:31.742" v="1551" actId="1036"/>
          <ac:spMkLst>
            <pc:docMk/>
            <pc:sldMk cId="455417015" sldId="290"/>
            <ac:spMk id="19" creationId="{B28279F9-23A0-C0FF-F4AE-5A0D645A4B40}"/>
          </ac:spMkLst>
        </pc:spChg>
        <pc:spChg chg="mod">
          <ac:chgData name="Massaad, Miriam" userId="ecc1a85f-ebf4-4cab-ab19-382ae02ec4aa" providerId="ADAL" clId="{61D580D0-CFD7-4741-BD11-BE5E563DDF61}" dt="2026-06-24T16:52:51.904" v="1731" actId="1036"/>
          <ac:spMkLst>
            <pc:docMk/>
            <pc:sldMk cId="455417015" sldId="290"/>
            <ac:spMk id="20" creationId="{A110D391-1D00-BDBE-555E-199271AF7807}"/>
          </ac:spMkLst>
        </pc:spChg>
        <pc:spChg chg="mod">
          <ac:chgData name="Massaad, Miriam" userId="ecc1a85f-ebf4-4cab-ab19-382ae02ec4aa" providerId="ADAL" clId="{61D580D0-CFD7-4741-BD11-BE5E563DDF61}" dt="2026-06-24T16:50:31.742" v="1551" actId="1036"/>
          <ac:spMkLst>
            <pc:docMk/>
            <pc:sldMk cId="455417015" sldId="290"/>
            <ac:spMk id="21" creationId="{BA0AF975-9BF3-C246-4E85-C4321CC8FE23}"/>
          </ac:spMkLst>
        </pc:spChg>
        <pc:spChg chg="mod">
          <ac:chgData name="Massaad, Miriam" userId="ecc1a85f-ebf4-4cab-ab19-382ae02ec4aa" providerId="ADAL" clId="{61D580D0-CFD7-4741-BD11-BE5E563DDF61}" dt="2026-06-24T16:52:51.904" v="1731" actId="1036"/>
          <ac:spMkLst>
            <pc:docMk/>
            <pc:sldMk cId="455417015" sldId="290"/>
            <ac:spMk id="22" creationId="{81E47CBF-F4B5-E66C-2F65-E60FAFE984AD}"/>
          </ac:spMkLst>
        </pc:spChg>
        <pc:spChg chg="add mod">
          <ac:chgData name="Massaad, Miriam" userId="ecc1a85f-ebf4-4cab-ab19-382ae02ec4aa" providerId="ADAL" clId="{61D580D0-CFD7-4741-BD11-BE5E563DDF61}" dt="2026-06-24T16:53:09.996" v="1742" actId="1035"/>
          <ac:spMkLst>
            <pc:docMk/>
            <pc:sldMk cId="455417015" sldId="290"/>
            <ac:spMk id="27" creationId="{87A31386-7C66-B76E-89C3-A82C2D208DC4}"/>
          </ac:spMkLst>
        </pc:spChg>
        <pc:spChg chg="add mod">
          <ac:chgData name="Massaad, Miriam" userId="ecc1a85f-ebf4-4cab-ab19-382ae02ec4aa" providerId="ADAL" clId="{61D580D0-CFD7-4741-BD11-BE5E563DDF61}" dt="2026-06-24T16:53:09.996" v="1742" actId="1035"/>
          <ac:spMkLst>
            <pc:docMk/>
            <pc:sldMk cId="455417015" sldId="290"/>
            <ac:spMk id="28" creationId="{6C4CAE14-459B-8186-B53B-35DFC312542D}"/>
          </ac:spMkLst>
        </pc:spChg>
        <pc:spChg chg="add mod">
          <ac:chgData name="Massaad, Miriam" userId="ecc1a85f-ebf4-4cab-ab19-382ae02ec4aa" providerId="ADAL" clId="{61D580D0-CFD7-4741-BD11-BE5E563DDF61}" dt="2026-06-24T16:53:09.996" v="1742" actId="1035"/>
          <ac:spMkLst>
            <pc:docMk/>
            <pc:sldMk cId="455417015" sldId="290"/>
            <ac:spMk id="29" creationId="{C8878EF7-C16A-122A-82D1-D60D3697A659}"/>
          </ac:spMkLst>
        </pc:spChg>
      </pc:sldChg>
      <pc:sldMasterChg chg="add del addSldLayout delSldLayout">
        <pc:chgData name="Massaad, Miriam" userId="ecc1a85f-ebf4-4cab-ab19-382ae02ec4aa" providerId="ADAL" clId="{61D580D0-CFD7-4741-BD11-BE5E563DDF61}" dt="2026-06-24T14:44:04.808" v="202" actId="26606"/>
        <pc:sldMasterMkLst>
          <pc:docMk/>
          <pc:sldMasterMk cId="2327450278" sldId="2147484009"/>
        </pc:sldMasterMkLst>
        <pc:sldLayoutChg chg="add del">
          <pc:chgData name="Massaad, Miriam" userId="ecc1a85f-ebf4-4cab-ab19-382ae02ec4aa" providerId="ADAL" clId="{61D580D0-CFD7-4741-BD11-BE5E563DDF61}" dt="2026-06-24T14:44:04.808" v="202" actId="26606"/>
          <pc:sldLayoutMkLst>
            <pc:docMk/>
            <pc:sldMasterMk cId="2327450278" sldId="2147484009"/>
            <pc:sldLayoutMk cId="192402426" sldId="2147484010"/>
          </pc:sldLayoutMkLst>
        </pc:sldLayoutChg>
        <pc:sldLayoutChg chg="add del">
          <pc:chgData name="Massaad, Miriam" userId="ecc1a85f-ebf4-4cab-ab19-382ae02ec4aa" providerId="ADAL" clId="{61D580D0-CFD7-4741-BD11-BE5E563DDF61}" dt="2026-06-24T14:44:04.808" v="202" actId="26606"/>
          <pc:sldLayoutMkLst>
            <pc:docMk/>
            <pc:sldMasterMk cId="2327450278" sldId="2147484009"/>
            <pc:sldLayoutMk cId="4164970692" sldId="2147484011"/>
          </pc:sldLayoutMkLst>
        </pc:sldLayoutChg>
        <pc:sldLayoutChg chg="add del">
          <pc:chgData name="Massaad, Miriam" userId="ecc1a85f-ebf4-4cab-ab19-382ae02ec4aa" providerId="ADAL" clId="{61D580D0-CFD7-4741-BD11-BE5E563DDF61}" dt="2026-06-24T14:44:04.808" v="202" actId="26606"/>
          <pc:sldLayoutMkLst>
            <pc:docMk/>
            <pc:sldMasterMk cId="2327450278" sldId="2147484009"/>
            <pc:sldLayoutMk cId="678234065" sldId="2147484012"/>
          </pc:sldLayoutMkLst>
        </pc:sldLayoutChg>
        <pc:sldLayoutChg chg="add del">
          <pc:chgData name="Massaad, Miriam" userId="ecc1a85f-ebf4-4cab-ab19-382ae02ec4aa" providerId="ADAL" clId="{61D580D0-CFD7-4741-BD11-BE5E563DDF61}" dt="2026-06-24T14:44:04.808" v="202" actId="26606"/>
          <pc:sldLayoutMkLst>
            <pc:docMk/>
            <pc:sldMasterMk cId="2327450278" sldId="2147484009"/>
            <pc:sldLayoutMk cId="1649503152" sldId="2147484013"/>
          </pc:sldLayoutMkLst>
        </pc:sldLayoutChg>
        <pc:sldLayoutChg chg="add del">
          <pc:chgData name="Massaad, Miriam" userId="ecc1a85f-ebf4-4cab-ab19-382ae02ec4aa" providerId="ADAL" clId="{61D580D0-CFD7-4741-BD11-BE5E563DDF61}" dt="2026-06-24T14:44:04.808" v="202" actId="26606"/>
          <pc:sldLayoutMkLst>
            <pc:docMk/>
            <pc:sldMasterMk cId="2327450278" sldId="2147484009"/>
            <pc:sldLayoutMk cId="3804238073" sldId="2147484019"/>
          </pc:sldLayoutMkLst>
        </pc:sldLayoutChg>
        <pc:sldLayoutChg chg="add del">
          <pc:chgData name="Massaad, Miriam" userId="ecc1a85f-ebf4-4cab-ab19-382ae02ec4aa" providerId="ADAL" clId="{61D580D0-CFD7-4741-BD11-BE5E563DDF61}" dt="2026-06-24T14:44:04.808" v="202" actId="26606"/>
          <pc:sldLayoutMkLst>
            <pc:docMk/>
            <pc:sldMasterMk cId="2327450278" sldId="2147484009"/>
            <pc:sldLayoutMk cId="4155069973" sldId="214748411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0.xml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3131E8-FB12-410D-BF61-66026F4B99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84DA3-B4E6-4214-A070-882C7BF7C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D0D9C-4FB5-4727-9E3D-4B02106E0BF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9E54A-6E6E-45BD-A700-6E2757729E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0E95B-A9AE-4EB9-81E6-ECFE9C38ED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5E8E-A04D-4A46-9BA0-C3F696754EF8}" type="slidenum">
              <a:rPr lang="en-US" smtClean="0"/>
              <a:t>‹#›</a:t>
            </a:fld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5870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8336942B-E6A5-475C-AB1E-005DE3D92BF2}" type="datetimeFigureOut">
              <a:rPr lang="en-GB" smtClean="0"/>
              <a:pPr/>
              <a:t>21/07/2026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0498" y="299584"/>
            <a:ext cx="5157004" cy="290081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6114" y="3296783"/>
            <a:ext cx="6625772" cy="5629503"/>
          </a:xfrm>
          <a:prstGeom prst="rect">
            <a:avLst/>
          </a:prstGeom>
        </p:spPr>
        <p:txBody>
          <a:bodyPr vert="horz" lIns="0" tIns="0" rIns="0" bIns="0" numCol="1" spcCol="36000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48857A81-DEF9-4B57-AC08-20326D7F81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200"/>
      </a:spcAft>
      <a:buFont typeface="Arial" panose="020B0604020202020204" pitchFamily="34" charset="0"/>
      <a:buNone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2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96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40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4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customXml" Target="../../customXml/item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64"/>
            <a:ext cx="1828800" cy="207749"/>
          </a:xfrm>
        </p:spPr>
        <p:txBody>
          <a:bodyPr wrap="square" lIns="0" bIns="0">
            <a:sp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0" y="6349213"/>
            <a:ext cx="4876799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/>
              <a:t>Click to add confidentiality statement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1" y="1793325"/>
            <a:ext cx="4876799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 brand image here:</a:t>
            </a:r>
            <a:br>
              <a:rPr lang="en-US"/>
            </a:br>
            <a:r>
              <a:rPr lang="en-US"/>
              <a:t>Select this placeholder and click </a:t>
            </a:r>
            <a:br>
              <a:rPr lang="en-US"/>
            </a:br>
            <a:r>
              <a:rPr lang="en-US"/>
              <a:t>Brand Pictures in </a:t>
            </a:r>
            <a:r>
              <a:rPr lang="en-US" err="1"/>
              <a:t>BrandIn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Clicking the icon will insert an </a:t>
            </a:r>
            <a:br>
              <a:rPr lang="en-US"/>
            </a:br>
            <a:r>
              <a:rPr lang="en-US"/>
              <a:t>image from your own files.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pic>
        <p:nvPicPr>
          <p:cNvPr id="7" name="Picture 2" descr="Image result for ASTRAZENECA LOGO">
            <a:extLst>
              <a:ext uri="{FF2B5EF4-FFF2-40B4-BE49-F238E27FC236}">
                <a16:creationId xmlns:a16="http://schemas.microsoft.com/office/drawing/2014/main" id="{1ED72C3C-E918-420F-9374-6F1CBE3946F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0" y="4594860"/>
            <a:ext cx="4876799" cy="12418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 / presenters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5AFDE-47EA-B9B3-CDD0-170ACBAE9885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8700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71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486400" y="6200775"/>
            <a:ext cx="48767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FAF170-FDDE-1344-54BF-D168FE796F71}"/>
              </a:ext>
            </a:extLst>
          </p:cNvPr>
          <p:cNvSpPr/>
          <p:nvPr userDrawn="1"/>
        </p:nvSpPr>
        <p:spPr>
          <a:xfrm>
            <a:off x="1" y="0"/>
            <a:ext cx="60959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D0FA13F-5B1F-4795-B0E7-3E97B5D8E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-2"/>
            <a:ext cx="4267201" cy="6858001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360000" rIns="306000" bIns="360000" anchor="t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0" y="404813"/>
            <a:ext cx="6096000" cy="579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8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1CC83E6-E70E-43EE-817C-4F68FB75EFD9}"/>
              </a:ext>
            </a:extLst>
          </p:cNvPr>
          <p:cNvSpPr>
            <a:spLocks noGrp="1"/>
          </p:cNvSpPr>
          <p:nvPr>
            <p:ph type="dt" sz="half" idx="35"/>
          </p:nvPr>
        </p:nvSpPr>
        <p:spPr>
          <a:noFill/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486192A-3DB1-49EB-9B2C-D5E68AF24B1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" y="-1"/>
            <a:ext cx="4267200" cy="685800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360000" bIns="1404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/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 brand image here:</a:t>
            </a:r>
            <a:br>
              <a:rPr lang="en-US"/>
            </a:br>
            <a:r>
              <a:rPr lang="en-US"/>
              <a:t>Select this placeholder and click </a:t>
            </a:r>
            <a:br>
              <a:rPr lang="en-US"/>
            </a:br>
            <a:r>
              <a:rPr lang="en-US"/>
              <a:t>Brand Pictures in </a:t>
            </a:r>
            <a:r>
              <a:rPr lang="en-US" err="1"/>
              <a:t>BrandIn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Clicking the icon will insert an </a:t>
            </a:r>
            <a:br>
              <a:rPr lang="en-US"/>
            </a:br>
            <a:r>
              <a:rPr lang="en-US"/>
              <a:t>image from your own files.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447ADDD-920E-4BEB-819B-9759B3CF0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0" y="2612570"/>
            <a:ext cx="6095999" cy="1829883"/>
          </a:xfrm>
          <a:prstGeom prst="rect">
            <a:avLst/>
          </a:prstGeom>
          <a:noFill/>
        </p:spPr>
        <p:txBody>
          <a:bodyPr wrap="square" lIns="0" tIns="0" rIns="0" bIns="0"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</a:t>
            </a:r>
            <a:br>
              <a:rPr lang="en-US"/>
            </a:br>
            <a:r>
              <a:rPr lang="en-US"/>
              <a:t>section title here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E4F3-AAA3-4B8D-A01A-1FF9B8F9F42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86400" y="2093120"/>
            <a:ext cx="1219200" cy="367044"/>
          </a:xfrm>
          <a:prstGeom prst="rect">
            <a:avLst/>
          </a:prstGeom>
          <a:noFill/>
        </p:spPr>
        <p:txBody>
          <a:bodyPr wrap="square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758FA1-2B23-4C7E-97FD-FBA94AB385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86400" y="4594860"/>
            <a:ext cx="6095999" cy="1604328"/>
          </a:xfrm>
          <a:prstGeom prst="rect">
            <a:avLst/>
          </a:prstGeom>
          <a:noFill/>
        </p:spPr>
        <p:txBody>
          <a:bodyPr l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add subtitle / presenter name(s)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C8FFD6-F80A-6FE7-F2DA-B84894F847B1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2EE6A-C1CE-C4DD-14D1-07032B63EED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79329-DEE2-6B5B-9C1F-745C3F42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A696F-FE62-7DC6-CF45-AC2C07C7F1E1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CFFF0-7218-4B33-8DFC-E37157D9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199" y="1847640"/>
            <a:ext cx="10363199" cy="3162720"/>
          </a:xfrm>
          <a:prstGeom prst="rect">
            <a:avLst/>
          </a:prstGeom>
          <a:noFill/>
        </p:spPr>
        <p:txBody>
          <a:bodyPr lIns="576000" rIns="576000" anchor="ctr" anchorCtr="0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key statement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5D26F7D8-035B-2F1A-15EB-A70A1725659A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72FF70-061B-854A-B511-EE108BDB1A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80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0C8DA3-851F-55FD-7B74-6FCAE0E03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6881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6">
            <a:extLst>
              <a:ext uri="{FF2B5EF4-FFF2-40B4-BE49-F238E27FC236}">
                <a16:creationId xmlns:a16="http://schemas.microsoft.com/office/drawing/2014/main" id="{5D317BC2-3CD5-4931-93AD-CC95F2C50D2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528175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03F247-4297-4973-90A3-0193475A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58DA9E-BDF5-4DC7-B478-434301DA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82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48B27A-10B7-4200-88E7-16263562F97B}"/>
              </a:ext>
            </a:extLst>
          </p:cNvPr>
          <p:cNvSpPr txBox="1"/>
          <p:nvPr userDrawn="1"/>
        </p:nvSpPr>
        <p:spPr>
          <a:xfrm>
            <a:off x="609600" y="4731068"/>
            <a:ext cx="7924800" cy="152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5">
                <a:solidFill>
                  <a:schemeClr val="tx1"/>
                </a:solidFill>
                <a:latin typeface="+mn-lt"/>
                <a:cs typeface="Arial"/>
              </a:rPr>
              <a:t>Confidentiality</a:t>
            </a:r>
            <a:r>
              <a:rPr lang="en-US" sz="1200" b="1" spc="-1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200" b="1" spc="-5">
                <a:solidFill>
                  <a:schemeClr val="tx1"/>
                </a:solidFill>
                <a:latin typeface="+mn-lt"/>
                <a:cs typeface="Arial"/>
              </a:rPr>
              <a:t>Notice</a:t>
            </a:r>
            <a:endParaRPr lang="en-US" sz="1200">
              <a:solidFill>
                <a:schemeClr val="tx1"/>
              </a:solidFill>
              <a:latin typeface="+mn-lt"/>
              <a:cs typeface="Arial"/>
            </a:endParaRP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private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and may contain confidential and proprietary information.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If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you have received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file in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error, please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notify us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and remove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it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from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your system and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note that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you must not copy,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distribute or take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any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action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in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reliance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on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it. </a:t>
            </a:r>
            <a:br>
              <a:rPr lang="en-US" sz="1200">
                <a:solidFill>
                  <a:schemeClr val="tx1"/>
                </a:solidFill>
                <a:latin typeface="+mn-lt"/>
                <a:cs typeface="Arial"/>
              </a:rPr>
            </a:b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Any unauthorized use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or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disclosure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of the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contents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of this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not permitted and may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be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unlawful. </a:t>
            </a: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AstraZeneca PLC,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1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Francis Crick Avenue, Cambridge Biomedical </a:t>
            </a:r>
            <a:r>
              <a:rPr lang="en-US" sz="1200" spc="15">
                <a:solidFill>
                  <a:schemeClr val="tx1"/>
                </a:solidFill>
                <a:latin typeface="+mn-lt"/>
                <a:cs typeface="Arial"/>
              </a:rPr>
              <a:t>Campus,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Cambridge, CB2 0AA, UK</a:t>
            </a:r>
          </a:p>
          <a:p>
            <a:pPr marL="26670" marR="5080">
              <a:lnSpc>
                <a:spcPct val="100000"/>
              </a:lnSpc>
              <a:spcBef>
                <a:spcPts val="200"/>
              </a:spcBef>
            </a:pP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+44(0)203 749 5000</a:t>
            </a:r>
            <a:b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</a:br>
            <a:r>
              <a:rPr lang="en-US" sz="1200" u="none" spc="10">
                <a:solidFill>
                  <a:schemeClr val="tx1"/>
                </a:solidFill>
                <a:latin typeface="+mn-lt"/>
                <a:cs typeface="Arial"/>
              </a:rPr>
              <a:t>www.astrazeneca.com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50B5-01B2-430D-BF92-6E5CD93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10CA0-7F28-40CE-9633-59C6800E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447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69877D48-052F-814D-ACE8-304F09202645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96795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EC615CB5-4947-47D0-B400-A69B3468C4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541963"/>
            <a:ext cx="6705599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40B35679-83CF-4DE2-BCA6-286802F6502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/>
              <a:t>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 brand image here:</a:t>
            </a:r>
            <a:br>
              <a:rPr lang="en-US"/>
            </a:br>
            <a:r>
              <a:rPr lang="en-US"/>
              <a:t>Select this placeholder and click </a:t>
            </a:r>
            <a:br>
              <a:rPr lang="en-US"/>
            </a:br>
            <a:r>
              <a:rPr lang="en-US"/>
              <a:t>Brand Pictures in </a:t>
            </a:r>
            <a:r>
              <a:rPr lang="en-US" err="1"/>
              <a:t>BrandIn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Clicking the icon will insert an </a:t>
            </a:r>
            <a:br>
              <a:rPr lang="en-US"/>
            </a:br>
            <a:r>
              <a:rPr lang="en-US"/>
              <a:t>image from your own files.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</a:t>
            </a:r>
            <a:br>
              <a:rPr lang="en-US"/>
            </a:br>
            <a:r>
              <a:rPr lang="en-US"/>
              <a:t>within the frame by using the </a:t>
            </a:r>
            <a:br>
              <a:rPr lang="en-US"/>
            </a:br>
            <a:r>
              <a:rPr lang="en-US"/>
              <a:t>Crop feature in the Picture Format</a:t>
            </a:r>
            <a:br>
              <a:rPr lang="en-US"/>
            </a:br>
            <a:r>
              <a:rPr lang="en-US"/>
              <a:t>tab of the ribbon.</a:t>
            </a:r>
            <a:br>
              <a:rPr lang="en-US"/>
            </a:br>
            <a:r>
              <a:rPr lang="en-US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922060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3141000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4357201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2D347-F52F-43C1-87F8-DDC9498C0F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0" y="1906500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A674ED9-5FA4-4FE1-86F0-863ECF4F5C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0" y="3124201"/>
            <a:ext cx="609599" cy="609599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C1651B7-FA29-4E69-8977-501BC13BB5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4340402"/>
            <a:ext cx="609599" cy="609599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653712-A247-D64C-1DBA-F05D2671F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402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4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6">
            <a:extLst>
              <a:ext uri="{FF2B5EF4-FFF2-40B4-BE49-F238E27FC236}">
                <a16:creationId xmlns:a16="http://schemas.microsoft.com/office/drawing/2014/main" id="{EA0CACC8-E0A6-4BD0-B30E-E2F76A3686F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539988"/>
            <a:ext cx="6705600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DA75641-709C-423B-B1F0-AD4EF905E59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/>
              <a:t>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 brand image here:</a:t>
            </a:r>
            <a:br>
              <a:rPr lang="en-US"/>
            </a:br>
            <a:r>
              <a:rPr lang="en-US"/>
              <a:t>Select this placeholder and click </a:t>
            </a:r>
            <a:br>
              <a:rPr lang="en-US"/>
            </a:br>
            <a:r>
              <a:rPr lang="en-US"/>
              <a:t>Brand Pictures in </a:t>
            </a:r>
            <a:r>
              <a:rPr lang="en-US" err="1"/>
              <a:t>BrandIn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Clicking the icon will insert an </a:t>
            </a:r>
            <a:br>
              <a:rPr lang="en-US"/>
            </a:br>
            <a:r>
              <a:rPr lang="en-US"/>
              <a:t>image from your own files.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</a:t>
            </a:r>
            <a:br>
              <a:rPr lang="en-US"/>
            </a:br>
            <a:r>
              <a:rPr lang="en-US"/>
              <a:t>within the frame by using the </a:t>
            </a:r>
            <a:br>
              <a:rPr lang="en-US"/>
            </a:br>
            <a:r>
              <a:rPr lang="en-US"/>
              <a:t>Crop feature in the Picture Format</a:t>
            </a:r>
            <a:br>
              <a:rPr lang="en-US"/>
            </a:br>
            <a:r>
              <a:rPr lang="en-US"/>
              <a:t>tab of the ribbon.</a:t>
            </a:r>
            <a:br>
              <a:rPr lang="en-US"/>
            </a:br>
            <a:r>
              <a:rPr lang="en-US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768551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685286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3598200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91200" y="4512600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405DB1E-6924-443C-A8B8-FFCED6D044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1751751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620A9FC-75F4-4534-8E23-737EFB4DB0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6800" y="2668486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0C7DB09-B358-4330-A556-6A32306FB6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3581400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7F83E1A-C572-414D-B749-C4B0072E45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4495800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A47C52-FB27-86CD-F04A-AE8DE1BB8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970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5F6A1124-9F09-4D7A-B563-659BB17D0B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799" y="5541963"/>
            <a:ext cx="6705601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06F2FD5-F128-4C4F-BF0A-3F6CBBABE38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/>
              <a:t>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 brand image here:</a:t>
            </a:r>
            <a:br>
              <a:rPr lang="en-US"/>
            </a:br>
            <a:r>
              <a:rPr lang="en-US"/>
              <a:t>Select this placeholder and click </a:t>
            </a:r>
            <a:br>
              <a:rPr lang="en-US"/>
            </a:br>
            <a:r>
              <a:rPr lang="en-US"/>
              <a:t>Brand Pictures in </a:t>
            </a:r>
            <a:r>
              <a:rPr lang="en-US" err="1"/>
              <a:t>BrandIn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Clicking the icon will insert an </a:t>
            </a:r>
            <a:br>
              <a:rPr lang="en-US"/>
            </a:br>
            <a:r>
              <a:rPr lang="en-US"/>
              <a:t>image from your own files.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</a:t>
            </a:r>
            <a:br>
              <a:rPr lang="en-US"/>
            </a:br>
            <a:r>
              <a:rPr lang="en-US"/>
              <a:t>within the frame by using the </a:t>
            </a:r>
            <a:br>
              <a:rPr lang="en-US"/>
            </a:br>
            <a:r>
              <a:rPr lang="en-US"/>
              <a:t>Crop feature in the Picture Format</a:t>
            </a:r>
            <a:br>
              <a:rPr lang="en-US"/>
            </a:br>
            <a:r>
              <a:rPr lang="en-US"/>
              <a:t>tab of the ribbon.</a:t>
            </a:r>
            <a:br>
              <a:rPr lang="en-US"/>
            </a:br>
            <a:r>
              <a:rPr lang="en-US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614113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377735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3141357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91200" y="3904979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E299348-94D5-4256-BE1F-91C31CCEE9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91200" y="4668603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FA643F8-1A02-4F8A-A364-9AE565DF5E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1597313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3713115-FE34-4B39-AFA3-10C7463374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2358570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CE34AE4-68D5-46DB-AD84-2C32865C63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76800" y="3122063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7AC357D-474A-4C79-9824-ECFF8F3FFD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6800" y="3883320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95DEB97F-2B12-42B1-94DB-0EF97C477C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6800" y="4651803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98B9145-89B6-BF4B-242D-0153106E7C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234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96">
            <a:extLst>
              <a:ext uri="{FF2B5EF4-FFF2-40B4-BE49-F238E27FC236}">
                <a16:creationId xmlns:a16="http://schemas.microsoft.com/office/drawing/2014/main" id="{0AEE188C-F765-43DC-982D-6659ECB2354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tIns="0" r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1" y="1702276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1" y="2613773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4001" y="3525270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4001" y="4436767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4001" y="5348264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19999" y="1702276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619999" y="2613773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19999" y="3525270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9" y="4436767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19999" y="5348264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705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05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05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705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05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8C46D-1CDC-84FE-8F70-284EF7D57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799" cy="914400"/>
          </a:xfrm>
        </p:spPr>
        <p:txBody>
          <a:bodyPr/>
          <a:lstStyle/>
          <a:p>
            <a:r>
              <a:rPr lang="en-US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503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4348663-4319-4C79-B6B2-A03D4D4B5FE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1600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1600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1600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1600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1600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33083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3083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33083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3083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05740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71082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71082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71082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71082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71082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66D5D0B-8507-41D4-B07A-4D81EA4DF8D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27431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6AA8459-802A-4E1F-B3C2-5F7D48D6176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89432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B072082-F611-45F4-9707-131025E1592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27431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BA81CD7D-79E5-4A02-918A-AA4E603045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889432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7C86CC8-847B-4B3C-896A-7251C406355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27431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3E23F247-51F4-4A6E-96AF-5D5EA047E6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889432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E9973869-3F65-4CBC-AE60-4DB14F89BC2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7431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D77C0CF7-146D-42B3-A853-A86442F4882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889432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BCA8B1CC-0D3D-4149-8BBC-DCA9258CD40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7431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9ED415F2-FE91-45A2-90CA-FD24FBE2066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89432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81C908-772C-2C85-0826-8BEB74003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799" cy="914400"/>
          </a:xfrm>
        </p:spPr>
        <p:txBody>
          <a:bodyPr/>
          <a:lstStyle/>
          <a:p>
            <a:r>
              <a:rPr lang="en-US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5069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4F00B38B-C25C-3A44-ACA0-371764ACD89F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4238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</a:extLst>
          </p:cNvPr>
          <p:cNvSpPr txBox="1">
            <a:spLocks/>
          </p:cNvSpPr>
          <p:nvPr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9"/>
            <a:ext cx="10972800" cy="4730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212587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3846" r:id="rId2"/>
    <p:sldLayoutId id="2147483987" r:id="rId3"/>
    <p:sldLayoutId id="2147483840" r:id="rId4"/>
    <p:sldLayoutId id="2147483850" r:id="rId5"/>
    <p:sldLayoutId id="2147483950" r:id="rId6"/>
    <p:sldLayoutId id="2147483849" r:id="rId7"/>
    <p:sldLayoutId id="2147483851" r:id="rId8"/>
    <p:sldLayoutId id="2147483852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799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799" cy="473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FC7F3F9A-2916-1C3D-166C-04E5D6242B67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23274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117" r:id="rId5"/>
    <p:sldLayoutId id="2147484019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D9096-C884-9C95-8D9E-1DB94BF33629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ADEA6-CA54-71EF-EBFE-9297AC26751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sz="1050" b="1">
                <a:solidFill>
                  <a:srgbClr val="5C6566"/>
                </a:solidFill>
              </a:rPr>
              <a:t>High-level training for non-SAP users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58EB25-7159-2236-8AE8-72BFE0E8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>
                <a:solidFill>
                  <a:srgbClr val="003865"/>
                </a:solidFill>
              </a:rPr>
              <a:t>SiMPL 101</a:t>
            </a:r>
          </a:p>
        </p:txBody>
      </p:sp>
      <p:sp>
        <p:nvSpPr>
          <p:cNvPr id="5" name="Title Panel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30" name="Gold Accent"/>
          <p:cNvSpPr/>
          <p:nvPr/>
        </p:nvSpPr>
        <p:spPr>
          <a:xfrm>
            <a:off x="6705600" y="0"/>
            <a:ext cx="68580" cy="685800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31" name="Motif Box 1"/>
          <p:cNvSpPr/>
          <p:nvPr/>
        </p:nvSpPr>
        <p:spPr>
          <a:xfrm>
            <a:off x="8148800" y="1450000"/>
            <a:ext cx="2600000" cy="90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55000"/>
              </a:srgbClr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</a:rPr>
              <a:t>Template</a:t>
            </a:r>
          </a:p>
        </p:txBody>
      </p:sp>
      <p:sp>
        <p:nvSpPr>
          <p:cNvPr id="32" name="Motif Box 2"/>
          <p:cNvSpPr/>
          <p:nvPr/>
        </p:nvSpPr>
        <p:spPr>
          <a:xfrm>
            <a:off x="8148800" y="2900000"/>
            <a:ext cx="2600000" cy="90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>
                <a:alpha val="55000"/>
              </a:srgbClr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</a:rPr>
              <a:t>Batch Order</a:t>
            </a:r>
          </a:p>
        </p:txBody>
      </p:sp>
      <p:sp>
        <p:nvSpPr>
          <p:cNvPr id="33" name="Motif Box 3"/>
          <p:cNvSpPr/>
          <p:nvPr/>
        </p:nvSpPr>
        <p:spPr>
          <a:xfrm>
            <a:off x="8148800" y="4350000"/>
            <a:ext cx="2600000" cy="900000"/>
          </a:xfrm>
          <a:prstGeom prst="roundRect">
            <a:avLst>
              <a:gd name="adj" fmla="val 12000"/>
            </a:avLst>
          </a:prstGeom>
          <a:solidFill>
            <a:srgbClr val="F0AB00">
              <a:alpha val="92000"/>
            </a:srgbClr>
          </a:solidFill>
          <a:ln w="19050">
            <a:solidFill>
              <a:srgbClr val="F0AB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700" b="1">
                <a:solidFill>
                  <a:srgbClr val="003865"/>
                </a:solidFill>
              </a:rPr>
              <a:t>Execution</a:t>
            </a:r>
          </a:p>
        </p:txBody>
      </p:sp>
      <p:sp>
        <p:nvSpPr>
          <p:cNvPr id="34" name="Motif Arrow 1"/>
          <p:cNvSpPr/>
          <p:nvPr/>
        </p:nvSpPr>
        <p:spPr>
          <a:xfrm>
            <a:off x="9318800" y="2360000"/>
            <a:ext cx="260000" cy="520000"/>
          </a:xfrm>
          <a:prstGeom prst="downArrow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35" name="Motif Arrow 2"/>
          <p:cNvSpPr/>
          <p:nvPr/>
        </p:nvSpPr>
        <p:spPr>
          <a:xfrm>
            <a:off x="9318800" y="3810000"/>
            <a:ext cx="260000" cy="520000"/>
          </a:xfrm>
          <a:prstGeom prst="downArrow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36" name="Dot 1"/>
          <p:cNvSpPr/>
          <p:nvPr/>
        </p:nvSpPr>
        <p:spPr>
          <a:xfrm>
            <a:off x="7300000" y="700000"/>
            <a:ext cx="150000" cy="150000"/>
          </a:xfrm>
          <a:prstGeom prst="ellipse">
            <a:avLst/>
          </a:prstGeom>
          <a:solidFill>
            <a:srgbClr val="68D2DF">
              <a:alpha val="80000"/>
            </a:srgbClr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37" name="Dot 2"/>
          <p:cNvSpPr/>
          <p:nvPr/>
        </p:nvSpPr>
        <p:spPr>
          <a:xfrm>
            <a:off x="11500000" y="5950000"/>
            <a:ext cx="190000" cy="190000"/>
          </a:xfrm>
          <a:prstGeom prst="ellipse">
            <a:avLst/>
          </a:prstGeom>
          <a:solidFill>
            <a:srgbClr val="68D2DF">
              <a:alpha val="70000"/>
            </a:srgbClr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0829C7-1E30-7AF1-60A9-9702AEE016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sz="2000">
                <a:solidFill>
                  <a:srgbClr val="3F4444"/>
                </a:solidFill>
              </a:rPr>
              <a:t>Understanding Master Data, Transactional Data, and How They Connect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387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EF1FCF-EC96-F84E-3994-B6D69D36EB90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F041E-6130-5275-A421-AF6E0680824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9053F-EF81-5128-831F-18F81D55F58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02F5B9-8144-3345-A1A1-9F7660CE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F10E29-D07D-5634-1EA6-817F7AA3F712}"/>
              </a:ext>
            </a:extLst>
          </p:cNvPr>
          <p:cNvSpPr>
            <a:spLocks noGrp="1"/>
          </p:cNvSpPr>
          <p:nvPr>
            <p:ph sz="quarter" idx="1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6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003865"/>
                </a:solidFill>
              </a:rPr>
              <a:t>Key Terminology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3</a:t>
            </a:fld>
            <a:endParaRPr lang="en-GB"/>
          </a:p>
        </p:txBody>
      </p:sp>
      <p:graphicFrame>
        <p:nvGraphicFramePr>
          <p:cNvPr id="10" name="Terminolog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843867"/>
              </p:ext>
            </p:extLst>
          </p:nvPr>
        </p:nvGraphicFramePr>
        <p:xfrm>
          <a:off x="609599" y="959045"/>
          <a:ext cx="10972801" cy="5614357"/>
        </p:xfrm>
        <a:graphic>
          <a:graphicData uri="http://schemas.openxmlformats.org/drawingml/2006/table">
            <a:tbl>
              <a:tblPr firstRow="1"/>
              <a:tblGrid>
                <a:gridCol w="180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3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4176">
                  <a:extLst>
                    <a:ext uri="{9D8B030D-6E8A-4147-A177-3AD203B41FA5}">
                      <a16:colId xmlns:a16="http://schemas.microsoft.com/office/drawing/2014/main" val="30344959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+mn-lt"/>
                        </a:rPr>
                        <a:t>Term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+mn-lt"/>
                        </a:rPr>
                        <a:t>What it is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+mn-lt"/>
                        </a:rPr>
                        <a:t>Compare to today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>
                      <a:solidFill>
                        <a:srgbClr val="C9D2D8"/>
                      </a:solidFill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3865"/>
                          </a:solidFill>
                          <a:latin typeface="+mn-lt"/>
                        </a:rPr>
                        <a:t>Master Recipe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E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approved process template that defines how a product is made.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Approved Record or template in </a:t>
                      </a:r>
                      <a:r>
                        <a:rPr lang="en-US" sz="1400" err="1">
                          <a:solidFill>
                            <a:srgbClr val="3F4444"/>
                          </a:solidFill>
                          <a:latin typeface="+mn-lt"/>
                        </a:rPr>
                        <a:t>ECMS</a:t>
                      </a:r>
                      <a:endParaRPr lang="en-US" sz="1400">
                        <a:solidFill>
                          <a:srgbClr val="3F4444"/>
                        </a:solidFill>
                        <a:latin typeface="+mn-lt"/>
                      </a:endParaRP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3865"/>
                          </a:solidFill>
                          <a:latin typeface="+mn-lt"/>
                        </a:rPr>
                        <a:t>BOM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E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Bill of materials – the list of materials needed to make the product.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bill of material in SAP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3865"/>
                          </a:solidFill>
                          <a:latin typeface="+mn-lt"/>
                        </a:rPr>
                        <a:t>BOM Version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9D2D8"/>
                      </a:solidFill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A version of the BOM that adds specific material for a way of manufacturing (using tanks instead of bags)</a:t>
                      </a:r>
                    </a:p>
                  </a:txBody>
                  <a:tcPr marL="118000" marR="118000" marT="64000" marB="64000" anchor="ctr">
                    <a:lnL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9D2D8"/>
                      </a:solidFill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n/a</a:t>
                      </a:r>
                    </a:p>
                  </a:txBody>
                  <a:tcPr marL="118000" marR="118000" marT="64000" marB="64000" anchor="ctr">
                    <a:lnL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2D8"/>
                      </a:solidFill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492128"/>
                  </a:ext>
                </a:extLst>
              </a:tr>
              <a:tr h="5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3865"/>
                          </a:solidFill>
                          <a:latin typeface="+mn-lt"/>
                        </a:rPr>
                        <a:t>Process Order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E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batch-specific working record created to run one batch.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Paper PO known today + the Batch Record printed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3865"/>
                          </a:solidFill>
                          <a:latin typeface="+mn-lt"/>
                        </a:rPr>
                        <a:t>Control Recipe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E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system-generated execution package linked to the process order.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File Trail number and the act of printing a record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4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3865"/>
                          </a:solidFill>
                          <a:latin typeface="+mn-lt"/>
                        </a:rPr>
                        <a:t>PI Sheet/</a:t>
                      </a:r>
                      <a:r>
                        <a:rPr lang="en-US" sz="1500" b="1" err="1">
                          <a:solidFill>
                            <a:srgbClr val="003865"/>
                          </a:solidFill>
                          <a:latin typeface="+mn-lt"/>
                        </a:rPr>
                        <a:t>eBR</a:t>
                      </a:r>
                      <a:endParaRPr lang="en-US" sz="1500" b="1">
                        <a:solidFill>
                          <a:srgbClr val="003865"/>
                        </a:solidFill>
                        <a:latin typeface="+mn-lt"/>
                      </a:endParaRP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E3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process instruction sheet operators use to run and record the batch. Electronic batch record capturing entries, signatures, comments, and deviations.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instructions and sections in a printed record, that you are executing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err="1">
                          <a:solidFill>
                            <a:srgbClr val="003865"/>
                          </a:solidFill>
                          <a:latin typeface="+mn-lt"/>
                        </a:rPr>
                        <a:t>COEBR</a:t>
                      </a:r>
                      <a:endParaRPr lang="en-US" sz="1500" b="1">
                        <a:solidFill>
                          <a:srgbClr val="003865"/>
                        </a:solidFill>
                        <a:latin typeface="+mn-lt"/>
                      </a:endParaRP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A transaction in SAP Desktop where batch records can be viewed and archived</a:t>
                      </a:r>
                    </a:p>
                  </a:txBody>
                  <a:tcPr marL="118000" marR="118000" marT="64000" marB="64000" anchor="ctr">
                    <a:lnL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File trail</a:t>
                      </a:r>
                    </a:p>
                  </a:txBody>
                  <a:tcPr marL="118000" marR="118000" marT="64000" marB="64000" anchor="ctr">
                    <a:lnL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2D8"/>
                      </a:solidFill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629263"/>
                  </a:ext>
                </a:extLst>
              </a:tr>
              <a:tr h="5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3865"/>
                          </a:solidFill>
                          <a:latin typeface="+mn-lt"/>
                        </a:rPr>
                        <a:t>GUI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E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underlying SAP structure used to create and control records.</a:t>
                      </a:r>
                    </a:p>
                  </a:txBody>
                  <a:tcPr marL="118000" marR="118000" marT="64000" marB="64000" anchor="ctr">
                    <a:lnL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desktop SAP </a:t>
                      </a:r>
                    </a:p>
                  </a:txBody>
                  <a:tcPr marL="118000" marR="118000" marT="64000" marB="64000" anchor="ctr">
                    <a:lnL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9D2D8"/>
                      </a:solidFill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3865"/>
                          </a:solidFill>
                          <a:latin typeface="+mn-lt"/>
                        </a:rPr>
                        <a:t>Fiori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E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The app interface used for content management and execution.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9D2D8"/>
                      </a:solidFill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F4444"/>
                          </a:solidFill>
                          <a:latin typeface="+mn-lt"/>
                        </a:rPr>
                        <a:t>A web version of SAP with tiles instead of typing a transaction code</a:t>
                      </a:r>
                    </a:p>
                  </a:txBody>
                  <a:tcPr marL="118000" marR="118000" marT="64000" marB="64000" anchor="ctr">
                    <a:lnL w="9525">
                      <a:solidFill>
                        <a:srgbClr val="C9D2D8"/>
                      </a:solidFill>
                    </a:lnL>
                    <a:lnR w="9525">
                      <a:solidFill>
                        <a:srgbClr val="C9D2D8"/>
                      </a:solidFill>
                    </a:lnR>
                    <a:lnT w="952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9D2D8"/>
                      </a:solidFill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What is SiMPL?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0" name="Text"/>
          <p:cNvSpPr/>
          <p:nvPr/>
        </p:nvSpPr>
        <p:spPr>
          <a:xfrm>
            <a:off x="609600" y="1380000"/>
            <a:ext cx="109728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>
                <a:solidFill>
                  <a:srgbClr val="003865"/>
                </a:solidFill>
                <a:latin typeface="+mn-lt"/>
              </a:rPr>
              <a:t>SiMPL helps turn SAP manufacturing data into an electronic batch record experience.</a:t>
            </a:r>
          </a:p>
        </p:txBody>
      </p:sp>
      <p:sp>
        <p:nvSpPr>
          <p:cNvPr id="11" name="Text"/>
          <p:cNvSpPr/>
          <p:nvPr/>
        </p:nvSpPr>
        <p:spPr>
          <a:xfrm>
            <a:off x="609600" y="2070000"/>
            <a:ext cx="109728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5C6566"/>
                </a:solidFill>
                <a:latin typeface="+mn-lt"/>
              </a:rPr>
              <a:t>It connects three things:</a:t>
            </a:r>
          </a:p>
        </p:txBody>
      </p:sp>
      <p:sp>
        <p:nvSpPr>
          <p:cNvPr id="12" name="Master data"/>
          <p:cNvSpPr/>
          <p:nvPr/>
        </p:nvSpPr>
        <p:spPr>
          <a:xfrm>
            <a:off x="609600" y="2480000"/>
            <a:ext cx="3417600" cy="560000"/>
          </a:xfrm>
          <a:prstGeom prst="roundRect">
            <a:avLst>
              <a:gd name="adj" fmla="val 9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+mn-lt"/>
              </a:rPr>
              <a:t>Master data</a:t>
            </a:r>
          </a:p>
        </p:txBody>
      </p:sp>
      <p:sp>
        <p:nvSpPr>
          <p:cNvPr id="13" name="Master data body"/>
          <p:cNvSpPr/>
          <p:nvPr/>
        </p:nvSpPr>
        <p:spPr>
          <a:xfrm>
            <a:off x="609600" y="3036000"/>
            <a:ext cx="3417600" cy="1004000"/>
          </a:xfrm>
          <a:prstGeom prst="roundRect">
            <a:avLst>
              <a:gd name="adj" fmla="val 4000"/>
            </a:avLst>
          </a:prstGeom>
          <a:solidFill>
            <a:srgbClr val="F4E3EE"/>
          </a:solidFill>
          <a:ln>
            <a:noFill/>
          </a:ln>
        </p:spPr>
        <p:txBody>
          <a:bodyPr wrap="square" lIns="140000" tIns="45720" rIns="140000" bIns="45720" anchor="ctr" anchorCtr="0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>
                <a:solidFill>
                  <a:srgbClr val="3F4444"/>
                </a:solidFill>
                <a:latin typeface="+mn-lt"/>
              </a:rPr>
              <a:t>Defines the approved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400">
                <a:solidFill>
                  <a:srgbClr val="3F4444"/>
                </a:solidFill>
                <a:latin typeface="+mn-lt"/>
              </a:rPr>
              <a:t>process and materials</a:t>
            </a:r>
          </a:p>
        </p:txBody>
      </p:sp>
      <p:sp>
        <p:nvSpPr>
          <p:cNvPr id="14" name="Transactional data"/>
          <p:cNvSpPr/>
          <p:nvPr/>
        </p:nvSpPr>
        <p:spPr>
          <a:xfrm>
            <a:off x="4387200" y="2480000"/>
            <a:ext cx="3417600" cy="560000"/>
          </a:xfrm>
          <a:prstGeom prst="roundRect">
            <a:avLst>
              <a:gd name="adj" fmla="val 9000"/>
            </a:avLst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+mn-lt"/>
              </a:rPr>
              <a:t>Transactional data</a:t>
            </a:r>
          </a:p>
        </p:txBody>
      </p:sp>
      <p:sp>
        <p:nvSpPr>
          <p:cNvPr id="15" name="Transactional data body"/>
          <p:cNvSpPr/>
          <p:nvPr/>
        </p:nvSpPr>
        <p:spPr>
          <a:xfrm>
            <a:off x="4387200" y="3036000"/>
            <a:ext cx="3417600" cy="1004000"/>
          </a:xfrm>
          <a:prstGeom prst="roundRect">
            <a:avLst>
              <a:gd name="adj" fmla="val 4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40000" tIns="45720" rIns="140000" bIns="45720" anchor="ctr" anchorCtr="0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>
                <a:solidFill>
                  <a:schemeClr val="bg1"/>
                </a:solidFill>
                <a:latin typeface="+mn-lt"/>
              </a:rPr>
              <a:t>Created for a specific batch</a:t>
            </a:r>
          </a:p>
        </p:txBody>
      </p:sp>
      <p:sp>
        <p:nvSpPr>
          <p:cNvPr id="16" name="Execution records"/>
          <p:cNvSpPr/>
          <p:nvPr/>
        </p:nvSpPr>
        <p:spPr>
          <a:xfrm>
            <a:off x="8164800" y="2480000"/>
            <a:ext cx="3417600" cy="560000"/>
          </a:xfrm>
          <a:prstGeom prst="roundRect">
            <a:avLst>
              <a:gd name="adj" fmla="val 9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+mn-lt"/>
              </a:rPr>
              <a:t>Execution records</a:t>
            </a:r>
          </a:p>
        </p:txBody>
      </p:sp>
      <p:sp>
        <p:nvSpPr>
          <p:cNvPr id="17" name="Execution records body"/>
          <p:cNvSpPr/>
          <p:nvPr/>
        </p:nvSpPr>
        <p:spPr>
          <a:xfrm>
            <a:off x="8164800" y="3036000"/>
            <a:ext cx="3417600" cy="1004000"/>
          </a:xfrm>
          <a:prstGeom prst="roundRect">
            <a:avLst>
              <a:gd name="adj" fmla="val 4000"/>
            </a:avLst>
          </a:prstGeom>
          <a:solidFill>
            <a:srgbClr val="FBE0EE"/>
          </a:solidFill>
          <a:ln>
            <a:noFill/>
          </a:ln>
        </p:spPr>
        <p:txBody>
          <a:bodyPr wrap="square" lIns="140000" tIns="45720" rIns="140000" bIns="45720" anchor="ctr" anchorCtr="0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>
                <a:solidFill>
                  <a:srgbClr val="3F4444"/>
                </a:solidFill>
                <a:latin typeface="+mn-lt"/>
              </a:rPr>
              <a:t>Used by operators and reviewers</a:t>
            </a:r>
          </a:p>
        </p:txBody>
      </p:sp>
      <p:sp>
        <p:nvSpPr>
          <p:cNvPr id="18" name="Arrow"/>
          <p:cNvSpPr/>
          <p:nvPr/>
        </p:nvSpPr>
        <p:spPr>
          <a:xfrm>
            <a:off x="4067200" y="3110000"/>
            <a:ext cx="280000" cy="30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9" name="Arrow"/>
          <p:cNvSpPr/>
          <p:nvPr/>
        </p:nvSpPr>
        <p:spPr>
          <a:xfrm>
            <a:off x="7844800" y="3110000"/>
            <a:ext cx="280000" cy="30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0" name="Template"/>
          <p:cNvSpPr/>
          <p:nvPr/>
        </p:nvSpPr>
        <p:spPr>
          <a:xfrm>
            <a:off x="609600" y="4380000"/>
            <a:ext cx="3457600" cy="760000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+mn-lt"/>
              </a:rPr>
              <a:t>Template</a:t>
            </a:r>
          </a:p>
        </p:txBody>
      </p:sp>
      <p:sp>
        <p:nvSpPr>
          <p:cNvPr id="21" name="Batch-specific order"/>
          <p:cNvSpPr/>
          <p:nvPr/>
        </p:nvSpPr>
        <p:spPr>
          <a:xfrm>
            <a:off x="4367200" y="4380000"/>
            <a:ext cx="3457600" cy="7600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+mn-lt"/>
              </a:rPr>
              <a:t>Batch-specific order</a:t>
            </a:r>
          </a:p>
        </p:txBody>
      </p:sp>
      <p:sp>
        <p:nvSpPr>
          <p:cNvPr id="22" name="Execution record"/>
          <p:cNvSpPr/>
          <p:nvPr/>
        </p:nvSpPr>
        <p:spPr>
          <a:xfrm>
            <a:off x="8124800" y="4380000"/>
            <a:ext cx="3457600" cy="760000"/>
          </a:xfrm>
          <a:prstGeom prst="roundRect">
            <a:avLst>
              <a:gd name="adj" fmla="val 12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+mn-lt"/>
              </a:rPr>
              <a:t>Execution record</a:t>
            </a:r>
          </a:p>
        </p:txBody>
      </p:sp>
      <p:sp>
        <p:nvSpPr>
          <p:cNvPr id="23" name="Arrow"/>
          <p:cNvSpPr/>
          <p:nvPr/>
        </p:nvSpPr>
        <p:spPr>
          <a:xfrm>
            <a:off x="4097200" y="4620000"/>
            <a:ext cx="240000" cy="28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4" name="Arrow"/>
          <p:cNvSpPr/>
          <p:nvPr/>
        </p:nvSpPr>
        <p:spPr>
          <a:xfrm>
            <a:off x="7854800" y="4620000"/>
            <a:ext cx="240000" cy="28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003865"/>
                </a:solidFill>
              </a:rPr>
              <a:t>How Everything Connects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0" name="g1"/>
          <p:cNvSpPr/>
          <p:nvPr/>
        </p:nvSpPr>
        <p:spPr>
          <a:xfrm>
            <a:off x="666000" y="1920000"/>
            <a:ext cx="5280000" cy="320000"/>
          </a:xfrm>
          <a:prstGeom prst="roundRect">
            <a:avLst>
              <a:gd name="adj" fmla="val 4000"/>
            </a:avLst>
          </a:prstGeom>
          <a:solidFill>
            <a:srgbClr val="830051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200" b="1" spc="200">
                <a:solidFill>
                  <a:srgbClr val="FFFFFF"/>
                </a:solidFill>
                <a:latin typeface="+mn-lt"/>
              </a:rPr>
              <a:t>MASTER DATA</a:t>
            </a:r>
          </a:p>
        </p:txBody>
      </p:sp>
      <p:sp>
        <p:nvSpPr>
          <p:cNvPr id="11" name="g2"/>
          <p:cNvSpPr/>
          <p:nvPr/>
        </p:nvSpPr>
        <p:spPr>
          <a:xfrm>
            <a:off x="6246000" y="1920000"/>
            <a:ext cx="5280000" cy="320000"/>
          </a:xfrm>
          <a:prstGeom prst="roundRect">
            <a:avLst>
              <a:gd name="adj" fmla="val 4000"/>
            </a:avLst>
          </a:prstGeom>
          <a:solidFill>
            <a:srgbClr val="3C1053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200" b="1" spc="200">
                <a:solidFill>
                  <a:srgbClr val="FFFFFF"/>
                </a:solidFill>
                <a:latin typeface="+mn-lt"/>
              </a:rPr>
              <a:t>TRANSACTIONAL DATA</a:t>
            </a:r>
          </a:p>
        </p:txBody>
      </p:sp>
      <p:sp>
        <p:nvSpPr>
          <p:cNvPr id="12" name="Master Recipe"/>
          <p:cNvSpPr/>
          <p:nvPr/>
        </p:nvSpPr>
        <p:spPr>
          <a:xfrm>
            <a:off x="666000" y="2360000"/>
            <a:ext cx="1560000" cy="1560000"/>
          </a:xfrm>
          <a:prstGeom prst="roundRect">
            <a:avLst>
              <a:gd name="adj" fmla="val 9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+mn-lt"/>
              </a:rPr>
              <a:t>Master Recipe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+mn-lt"/>
              </a:rPr>
              <a:t>process template</a:t>
            </a:r>
          </a:p>
        </p:txBody>
      </p:sp>
      <p:sp>
        <p:nvSpPr>
          <p:cNvPr id="13" name="Arrow"/>
          <p:cNvSpPr/>
          <p:nvPr/>
        </p:nvSpPr>
        <p:spPr>
          <a:xfrm>
            <a:off x="2256000" y="2990000"/>
            <a:ext cx="240000" cy="30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4" name="BOM"/>
          <p:cNvSpPr/>
          <p:nvPr/>
        </p:nvSpPr>
        <p:spPr>
          <a:xfrm>
            <a:off x="2526000" y="2360000"/>
            <a:ext cx="1560000" cy="1560000"/>
          </a:xfrm>
          <a:prstGeom prst="roundRect">
            <a:avLst>
              <a:gd name="adj" fmla="val 9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+mn-lt"/>
              </a:rPr>
              <a:t>BOM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+mn-lt"/>
              </a:rPr>
              <a:t>materials list</a:t>
            </a:r>
          </a:p>
        </p:txBody>
      </p:sp>
      <p:sp>
        <p:nvSpPr>
          <p:cNvPr id="15" name="Arrow"/>
          <p:cNvSpPr/>
          <p:nvPr/>
        </p:nvSpPr>
        <p:spPr>
          <a:xfrm>
            <a:off x="4116000" y="2990000"/>
            <a:ext cx="240000" cy="30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6" name="BOM Version"/>
          <p:cNvSpPr/>
          <p:nvPr/>
        </p:nvSpPr>
        <p:spPr>
          <a:xfrm>
            <a:off x="4386000" y="2360000"/>
            <a:ext cx="1560000" cy="1560000"/>
          </a:xfrm>
          <a:prstGeom prst="roundRect">
            <a:avLst>
              <a:gd name="adj" fmla="val 9000"/>
            </a:avLst>
          </a:prstGeom>
          <a:solidFill>
            <a:srgbClr val="F0AB00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50" b="1">
                <a:solidFill>
                  <a:schemeClr val="bg1"/>
                </a:solidFill>
                <a:latin typeface="+mn-lt"/>
              </a:rPr>
              <a:t>BOM Version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003865"/>
                </a:solidFill>
                <a:latin typeface="+mn-lt"/>
              </a:rPr>
              <a:t>approved version</a:t>
            </a:r>
          </a:p>
        </p:txBody>
      </p:sp>
      <p:sp>
        <p:nvSpPr>
          <p:cNvPr id="17" name="Arrow"/>
          <p:cNvSpPr/>
          <p:nvPr/>
        </p:nvSpPr>
        <p:spPr>
          <a:xfrm>
            <a:off x="5976000" y="2990000"/>
            <a:ext cx="240000" cy="30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8" name="Process Order"/>
          <p:cNvSpPr/>
          <p:nvPr/>
        </p:nvSpPr>
        <p:spPr>
          <a:xfrm>
            <a:off x="6246000" y="2360000"/>
            <a:ext cx="1560000" cy="1560000"/>
          </a:xfrm>
          <a:prstGeom prst="roundRect">
            <a:avLst>
              <a:gd name="adj" fmla="val 9000"/>
            </a:avLst>
          </a:prstGeom>
          <a:solidFill>
            <a:srgbClr val="3C1053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+mn-lt"/>
              </a:rPr>
              <a:t>Process Order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+mn-lt"/>
              </a:rPr>
              <a:t>batch-specific order</a:t>
            </a:r>
          </a:p>
        </p:txBody>
      </p:sp>
      <p:sp>
        <p:nvSpPr>
          <p:cNvPr id="19" name="Arrow"/>
          <p:cNvSpPr/>
          <p:nvPr/>
        </p:nvSpPr>
        <p:spPr>
          <a:xfrm>
            <a:off x="7836000" y="2990000"/>
            <a:ext cx="240000" cy="30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0" name="Control Recipe"/>
          <p:cNvSpPr/>
          <p:nvPr/>
        </p:nvSpPr>
        <p:spPr>
          <a:xfrm>
            <a:off x="8106000" y="2360000"/>
            <a:ext cx="1560000" cy="1560000"/>
          </a:xfrm>
          <a:prstGeom prst="roundRect">
            <a:avLst>
              <a:gd name="adj" fmla="val 9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+mn-lt"/>
              </a:rPr>
              <a:t>Control Recipe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+mn-lt"/>
              </a:rPr>
              <a:t>execution package</a:t>
            </a:r>
          </a:p>
        </p:txBody>
      </p:sp>
      <p:sp>
        <p:nvSpPr>
          <p:cNvPr id="21" name="Arrow"/>
          <p:cNvSpPr/>
          <p:nvPr/>
        </p:nvSpPr>
        <p:spPr>
          <a:xfrm>
            <a:off x="9696000" y="2990000"/>
            <a:ext cx="240000" cy="30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2" name="PI Sheet / EBR"/>
          <p:cNvSpPr/>
          <p:nvPr/>
        </p:nvSpPr>
        <p:spPr>
          <a:xfrm>
            <a:off x="9966000" y="2360000"/>
            <a:ext cx="1560000" cy="1560000"/>
          </a:xfrm>
          <a:prstGeom prst="roundRect">
            <a:avLst>
              <a:gd name="adj" fmla="val 9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+mn-lt"/>
              </a:rPr>
              <a:t>PI Sheet / EBR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+mn-lt"/>
              </a:rPr>
              <a:t>electronic batch record</a:t>
            </a:r>
          </a:p>
        </p:txBody>
      </p:sp>
      <p:sp>
        <p:nvSpPr>
          <p:cNvPr id="23" name="Text"/>
          <p:cNvSpPr/>
          <p:nvPr/>
        </p:nvSpPr>
        <p:spPr>
          <a:xfrm>
            <a:off x="9666000" y="4870000"/>
            <a:ext cx="216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i="1">
                <a:solidFill>
                  <a:srgbClr val="5C6566"/>
                </a:solidFill>
                <a:latin typeface="+mn-lt"/>
              </a:rPr>
              <a:t>Entries, signatures, comments, deviations</a:t>
            </a:r>
          </a:p>
        </p:txBody>
      </p:sp>
      <p:sp>
        <p:nvSpPr>
          <p:cNvPr id="24" name="Banner"/>
          <p:cNvSpPr/>
          <p:nvPr/>
        </p:nvSpPr>
        <p:spPr>
          <a:xfrm>
            <a:off x="609600" y="5360000"/>
            <a:ext cx="10972800" cy="560000"/>
          </a:xfrm>
          <a:prstGeom prst="roundRect">
            <a:avLst>
              <a:gd name="adj" fmla="val 6000"/>
            </a:avLst>
          </a:prstGeom>
          <a:solidFill>
            <a:srgbClr val="003865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+mn-lt"/>
              </a:rPr>
              <a:t>Master data sets it up.  Transactional data runs and records the batch.</a:t>
            </a:r>
          </a:p>
        </p:txBody>
      </p:sp>
      <p:sp>
        <p:nvSpPr>
          <p:cNvPr id="25" name="GUI Band"/>
          <p:cNvSpPr/>
          <p:nvPr/>
        </p:nvSpPr>
        <p:spPr>
          <a:xfrm>
            <a:off x="666000" y="4030000"/>
            <a:ext cx="7140000" cy="800000"/>
          </a:xfrm>
          <a:prstGeom prst="roundRect">
            <a:avLst>
              <a:gd name="adj" fmla="val 6000"/>
            </a:avLst>
          </a:prstGeom>
          <a:solidFill>
            <a:srgbClr val="003865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180000" tIns="45720" rIns="18000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+mn-lt"/>
              </a:rPr>
              <a:t>GUI – underlying SAP structure and control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>
                <a:solidFill>
                  <a:srgbClr val="C9D2D8"/>
                </a:solidFill>
                <a:latin typeface="+mn-lt"/>
              </a:rPr>
              <a:t>Master Recipe number and structure, BOM, BOM Version, Process Order issuance, change management, review, archiving</a:t>
            </a:r>
          </a:p>
        </p:txBody>
      </p:sp>
      <p:sp>
        <p:nvSpPr>
          <p:cNvPr id="26" name="Fiori Band"/>
          <p:cNvSpPr/>
          <p:nvPr/>
        </p:nvSpPr>
        <p:spPr>
          <a:xfrm>
            <a:off x="8106000" y="4030000"/>
            <a:ext cx="3420000" cy="800000"/>
          </a:xfrm>
          <a:prstGeom prst="roundRect">
            <a:avLst>
              <a:gd name="adj" fmla="val 6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160000" tIns="36000" rIns="160000" bIns="3600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+mn-lt"/>
              </a:rPr>
              <a:t>Fiori – content management and execution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>
                <a:solidFill>
                  <a:srgbClr val="F7DAEA"/>
                </a:solidFill>
                <a:latin typeface="+mn-lt"/>
              </a:rPr>
              <a:t>MBR content management, master recipe instruction content, logbooks, eBR execution</a:t>
            </a:r>
          </a:p>
        </p:txBody>
      </p:sp>
      <p:sp>
        <p:nvSpPr>
          <p:cNvPr id="27" name="Takeaway"/>
          <p:cNvSpPr/>
          <p:nvPr/>
        </p:nvSpPr>
        <p:spPr>
          <a:xfrm>
            <a:off x="609600" y="5990000"/>
            <a:ext cx="109728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>
                <a:solidFill>
                  <a:srgbClr val="003865"/>
                </a:solidFill>
                <a:latin typeface="+mn-lt"/>
              </a:rPr>
              <a:t>GUI creates and controls the underlying SAP structure. Fiori manages content and supports execution of the electronic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0" y="348622"/>
            <a:ext cx="10972800" cy="914401"/>
          </a:xfrm>
        </p:spPr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Master Data vs Transactional Data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0" name="Text"/>
          <p:cNvSpPr/>
          <p:nvPr/>
        </p:nvSpPr>
        <p:spPr>
          <a:xfrm>
            <a:off x="609600" y="1440000"/>
            <a:ext cx="50864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830051"/>
                </a:solidFill>
                <a:latin typeface="+mn-lt"/>
              </a:rPr>
              <a:t>Master Data</a:t>
            </a:r>
          </a:p>
        </p:txBody>
      </p:sp>
      <p:sp>
        <p:nvSpPr>
          <p:cNvPr id="11" name="Text"/>
          <p:cNvSpPr/>
          <p:nvPr/>
        </p:nvSpPr>
        <p:spPr>
          <a:xfrm>
            <a:off x="6496000" y="1440000"/>
            <a:ext cx="50864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3C1053"/>
                </a:solidFill>
                <a:latin typeface="+mn-lt"/>
              </a:rPr>
              <a:t>Transactional Data</a:t>
            </a:r>
          </a:p>
        </p:txBody>
      </p:sp>
      <p:sp>
        <p:nvSpPr>
          <p:cNvPr id="12" name="Text"/>
          <p:cNvSpPr/>
          <p:nvPr/>
        </p:nvSpPr>
        <p:spPr>
          <a:xfrm>
            <a:off x="609600" y="1880000"/>
            <a:ext cx="50864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buNone/>
            </a:pPr>
            <a:r>
              <a:rPr lang="en-US" sz="1500">
                <a:solidFill>
                  <a:srgbClr val="5C6566"/>
                </a:solidFill>
                <a:latin typeface="+mn-lt"/>
              </a:rPr>
              <a:t>Reusable setup data</a:t>
            </a:r>
          </a:p>
        </p:txBody>
      </p:sp>
      <p:sp>
        <p:nvSpPr>
          <p:cNvPr id="13" name="Text"/>
          <p:cNvSpPr/>
          <p:nvPr/>
        </p:nvSpPr>
        <p:spPr>
          <a:xfrm>
            <a:off x="6496000" y="1880000"/>
            <a:ext cx="50864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buNone/>
            </a:pPr>
            <a:r>
              <a:rPr lang="en-US" sz="1500">
                <a:solidFill>
                  <a:srgbClr val="5C6566"/>
                </a:solidFill>
                <a:latin typeface="+mn-lt"/>
              </a:rPr>
              <a:t>Created for each batch</a:t>
            </a:r>
          </a:p>
        </p:txBody>
      </p:sp>
      <p:sp>
        <p:nvSpPr>
          <p:cNvPr id="14" name="Master Recipe"/>
          <p:cNvSpPr/>
          <p:nvPr/>
        </p:nvSpPr>
        <p:spPr>
          <a:xfrm>
            <a:off x="609600" y="2300000"/>
            <a:ext cx="5086400" cy="560000"/>
          </a:xfrm>
          <a:prstGeom prst="roundRect">
            <a:avLst>
              <a:gd name="adj" fmla="val 8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+mn-lt"/>
              </a:rPr>
              <a:t>Master Recipe</a:t>
            </a:r>
          </a:p>
        </p:txBody>
      </p:sp>
      <p:sp>
        <p:nvSpPr>
          <p:cNvPr id="15" name="BOM"/>
          <p:cNvSpPr/>
          <p:nvPr/>
        </p:nvSpPr>
        <p:spPr>
          <a:xfrm>
            <a:off x="609600" y="3040000"/>
            <a:ext cx="5086400" cy="500000"/>
          </a:xfrm>
          <a:prstGeom prst="roundRect">
            <a:avLst>
              <a:gd name="adj" fmla="val 8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+mn-lt"/>
              </a:rPr>
              <a:t>BOM and BOM version</a:t>
            </a:r>
          </a:p>
        </p:txBody>
      </p:sp>
      <p:sp>
        <p:nvSpPr>
          <p:cNvPr id="16" name="BOM Version"/>
          <p:cNvSpPr/>
          <p:nvPr/>
        </p:nvSpPr>
        <p:spPr>
          <a:xfrm>
            <a:off x="609600" y="3700000"/>
            <a:ext cx="5086400" cy="560000"/>
          </a:xfrm>
          <a:prstGeom prst="roundRect">
            <a:avLst>
              <a:gd name="adj" fmla="val 8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+mn-lt"/>
              </a:rPr>
              <a:t>Material PN Information</a:t>
            </a:r>
          </a:p>
        </p:txBody>
      </p:sp>
      <p:sp>
        <p:nvSpPr>
          <p:cNvPr id="17" name="Process Order"/>
          <p:cNvSpPr/>
          <p:nvPr/>
        </p:nvSpPr>
        <p:spPr>
          <a:xfrm>
            <a:off x="6496000" y="2300000"/>
            <a:ext cx="5086400" cy="560000"/>
          </a:xfrm>
          <a:prstGeom prst="roundRect">
            <a:avLst>
              <a:gd name="adj" fmla="val 8000"/>
            </a:avLst>
          </a:prstGeom>
          <a:solidFill>
            <a:srgbClr val="3C1053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+mn-lt"/>
              </a:rPr>
              <a:t>Process Order</a:t>
            </a:r>
          </a:p>
        </p:txBody>
      </p:sp>
      <p:sp>
        <p:nvSpPr>
          <p:cNvPr id="18" name="Control Recipe"/>
          <p:cNvSpPr/>
          <p:nvPr/>
        </p:nvSpPr>
        <p:spPr>
          <a:xfrm>
            <a:off x="6496000" y="2980000"/>
            <a:ext cx="5086400" cy="560000"/>
          </a:xfrm>
          <a:prstGeom prst="roundRect">
            <a:avLst>
              <a:gd name="adj" fmla="val 8000"/>
            </a:avLst>
          </a:prstGeom>
          <a:solidFill>
            <a:srgbClr val="3C1053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+mn-lt"/>
              </a:rPr>
              <a:t>Control Recipe</a:t>
            </a:r>
          </a:p>
        </p:txBody>
      </p:sp>
      <p:sp>
        <p:nvSpPr>
          <p:cNvPr id="19" name="PI Sheet / EBR"/>
          <p:cNvSpPr/>
          <p:nvPr/>
        </p:nvSpPr>
        <p:spPr>
          <a:xfrm>
            <a:off x="6496000" y="3660000"/>
            <a:ext cx="5086400" cy="560000"/>
          </a:xfrm>
          <a:prstGeom prst="roundRect">
            <a:avLst>
              <a:gd name="adj" fmla="val 8000"/>
            </a:avLst>
          </a:prstGeom>
          <a:solidFill>
            <a:srgbClr val="3C1053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+mn-lt"/>
              </a:rPr>
              <a:t>PI Sheet / EBR</a:t>
            </a:r>
          </a:p>
        </p:txBody>
      </p:sp>
      <p:sp>
        <p:nvSpPr>
          <p:cNvPr id="20" name="Entries / Signatures / Comments / Deviations"/>
          <p:cNvSpPr/>
          <p:nvPr/>
        </p:nvSpPr>
        <p:spPr>
          <a:xfrm>
            <a:off x="6496000" y="4340000"/>
            <a:ext cx="5086400" cy="560000"/>
          </a:xfrm>
          <a:prstGeom prst="roundRect">
            <a:avLst>
              <a:gd name="adj" fmla="val 8000"/>
            </a:avLst>
          </a:prstGeom>
          <a:solidFill>
            <a:srgbClr val="3C1053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+mn-lt"/>
              </a:rPr>
              <a:t>Entries / Signatures / Comments / Deviations</a:t>
            </a:r>
          </a:p>
        </p:txBody>
      </p:sp>
      <p:sp>
        <p:nvSpPr>
          <p:cNvPr id="21" name="vs"/>
          <p:cNvSpPr/>
          <p:nvPr/>
        </p:nvSpPr>
        <p:spPr>
          <a:xfrm>
            <a:off x="5776000" y="3340000"/>
            <a:ext cx="640000" cy="640000"/>
          </a:xfrm>
          <a:prstGeom prst="ellipse">
            <a:avLst/>
          </a:prstGeom>
          <a:solidFill>
            <a:srgbClr val="003865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700" b="1" i="1">
                <a:solidFill>
                  <a:srgbClr val="FFFFFF"/>
                </a:solidFill>
                <a:latin typeface="+mn-lt"/>
              </a:rPr>
              <a:t>vs</a:t>
            </a:r>
          </a:p>
        </p:txBody>
      </p:sp>
      <p:sp>
        <p:nvSpPr>
          <p:cNvPr id="22" name="Banner"/>
          <p:cNvSpPr/>
          <p:nvPr/>
        </p:nvSpPr>
        <p:spPr>
          <a:xfrm>
            <a:off x="609600" y="5700000"/>
            <a:ext cx="10972800" cy="560000"/>
          </a:xfrm>
          <a:prstGeom prst="roundRect">
            <a:avLst>
              <a:gd name="adj" fmla="val 6000"/>
            </a:avLst>
          </a:prstGeom>
          <a:solidFill>
            <a:srgbClr val="003865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+mn-lt"/>
              </a:rPr>
              <a:t>Master data defines the process.  Transactional data records the batch.</a:t>
            </a:r>
          </a:p>
        </p:txBody>
      </p:sp>
      <p:sp>
        <p:nvSpPr>
          <p:cNvPr id="5" name="BOM Version">
            <a:extLst>
              <a:ext uri="{FF2B5EF4-FFF2-40B4-BE49-F238E27FC236}">
                <a16:creationId xmlns:a16="http://schemas.microsoft.com/office/drawing/2014/main" id="{E3A7C38E-48B0-4A35-7F20-1AE16663DF59}"/>
              </a:ext>
            </a:extLst>
          </p:cNvPr>
          <p:cNvSpPr/>
          <p:nvPr/>
        </p:nvSpPr>
        <p:spPr>
          <a:xfrm>
            <a:off x="609600" y="4425616"/>
            <a:ext cx="5086400" cy="560000"/>
          </a:xfrm>
          <a:prstGeom prst="roundRect">
            <a:avLst>
              <a:gd name="adj" fmla="val 8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Equipment Information</a:t>
            </a:r>
            <a:endParaRPr lang="en-US" sz="1800" b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" name="Entries / Signatures / Comments / Deviations">
            <a:extLst>
              <a:ext uri="{FF2B5EF4-FFF2-40B4-BE49-F238E27FC236}">
                <a16:creationId xmlns:a16="http://schemas.microsoft.com/office/drawing/2014/main" id="{D2DE00BE-6F3F-8D54-A908-5EEEC77C16E2}"/>
              </a:ext>
            </a:extLst>
          </p:cNvPr>
          <p:cNvSpPr/>
          <p:nvPr/>
        </p:nvSpPr>
        <p:spPr>
          <a:xfrm>
            <a:off x="6496000" y="5020000"/>
            <a:ext cx="5086400" cy="560000"/>
          </a:xfrm>
          <a:prstGeom prst="roundRect">
            <a:avLst>
              <a:gd name="adj" fmla="val 8000"/>
            </a:avLst>
          </a:prstGeom>
          <a:solidFill>
            <a:srgbClr val="3C1053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+mn-lt"/>
              </a:rPr>
              <a:t>Equipment Status Change</a:t>
            </a:r>
          </a:p>
        </p:txBody>
      </p:sp>
      <p:sp>
        <p:nvSpPr>
          <p:cNvPr id="7" name="Entries / Signatures / Comments / Deviations">
            <a:extLst>
              <a:ext uri="{FF2B5EF4-FFF2-40B4-BE49-F238E27FC236}">
                <a16:creationId xmlns:a16="http://schemas.microsoft.com/office/drawing/2014/main" id="{7281D46F-43B0-98EA-DB69-4C91D83CAE8E}"/>
              </a:ext>
            </a:extLst>
          </p:cNvPr>
          <p:cNvSpPr/>
          <p:nvPr/>
        </p:nvSpPr>
        <p:spPr>
          <a:xfrm>
            <a:off x="609600" y="5080000"/>
            <a:ext cx="5086400" cy="560000"/>
          </a:xfrm>
          <a:prstGeom prst="roundRect">
            <a:avLst>
              <a:gd name="adj" fmla="val 8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Logbook 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Master Recipe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10" name="accent"/>
          <p:cNvSpPr/>
          <p:nvPr/>
        </p:nvSpPr>
        <p:spPr>
          <a:xfrm>
            <a:off x="609600" y="1450000"/>
            <a:ext cx="140000" cy="640000"/>
          </a:xfrm>
          <a:prstGeom prst="roundRect">
            <a:avLst>
              <a:gd name="adj" fmla="val 2000"/>
            </a:avLst>
          </a:prstGeom>
          <a:solidFill>
            <a:srgbClr val="830051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1" name="Text"/>
          <p:cNvSpPr/>
          <p:nvPr/>
        </p:nvSpPr>
        <p:spPr>
          <a:xfrm>
            <a:off x="869600" y="1450000"/>
            <a:ext cx="107128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003865"/>
                </a:solidFill>
                <a:latin typeface="+mn-lt"/>
              </a:rPr>
              <a:t>Master Recipe = the process template</a:t>
            </a:r>
          </a:p>
        </p:txBody>
      </p:sp>
      <p:sp>
        <p:nvSpPr>
          <p:cNvPr id="12" name="Overall process structure"/>
          <p:cNvSpPr/>
          <p:nvPr/>
        </p:nvSpPr>
        <p:spPr>
          <a:xfrm>
            <a:off x="609600" y="2300000"/>
            <a:ext cx="5336400" cy="1430000"/>
          </a:xfrm>
          <a:prstGeom prst="roundRect">
            <a:avLst>
              <a:gd name="adj" fmla="val 8000"/>
            </a:avLst>
          </a:prstGeom>
          <a:solidFill>
            <a:srgbClr val="F4E3EE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" name="num1"/>
          <p:cNvSpPr/>
          <p:nvPr/>
        </p:nvSpPr>
        <p:spPr>
          <a:xfrm>
            <a:off x="779600" y="2735000"/>
            <a:ext cx="560000" cy="560000"/>
          </a:xfrm>
          <a:prstGeom prst="ellipse">
            <a:avLst/>
          </a:prstGeom>
          <a:solidFill>
            <a:srgbClr val="830051"/>
          </a:solidFill>
          <a:ln>
            <a:noFill/>
          </a:ln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14" name="Text"/>
          <p:cNvSpPr/>
          <p:nvPr/>
        </p:nvSpPr>
        <p:spPr>
          <a:xfrm>
            <a:off x="1469600" y="2300000"/>
            <a:ext cx="4336400" cy="1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>
                <a:solidFill>
                  <a:srgbClr val="003865"/>
                </a:solidFill>
                <a:latin typeface="+mn-lt"/>
              </a:rPr>
              <a:t>Overall process structure</a:t>
            </a:r>
          </a:p>
        </p:txBody>
      </p:sp>
      <p:sp>
        <p:nvSpPr>
          <p:cNvPr id="15" name="Sequence of work"/>
          <p:cNvSpPr/>
          <p:nvPr/>
        </p:nvSpPr>
        <p:spPr>
          <a:xfrm>
            <a:off x="6246000" y="2300000"/>
            <a:ext cx="5336400" cy="1430000"/>
          </a:xfrm>
          <a:prstGeom prst="roundRect">
            <a:avLst>
              <a:gd name="adj" fmla="val 8000"/>
            </a:avLst>
          </a:prstGeom>
          <a:solidFill>
            <a:srgbClr val="F4E3EE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" name="num2"/>
          <p:cNvSpPr/>
          <p:nvPr/>
        </p:nvSpPr>
        <p:spPr>
          <a:xfrm>
            <a:off x="6416000" y="2735000"/>
            <a:ext cx="560000" cy="560000"/>
          </a:xfrm>
          <a:prstGeom prst="ellipse">
            <a:avLst/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17" name="Text"/>
          <p:cNvSpPr/>
          <p:nvPr/>
        </p:nvSpPr>
        <p:spPr>
          <a:xfrm>
            <a:off x="7106000" y="2300000"/>
            <a:ext cx="4336400" cy="1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>
                <a:solidFill>
                  <a:srgbClr val="003865"/>
                </a:solidFill>
                <a:latin typeface="+mn-lt"/>
              </a:rPr>
              <a:t>Sequence of work</a:t>
            </a:r>
          </a:p>
        </p:txBody>
      </p:sp>
      <p:sp>
        <p:nvSpPr>
          <p:cNvPr id="18" name="Operations and phases"/>
          <p:cNvSpPr/>
          <p:nvPr/>
        </p:nvSpPr>
        <p:spPr>
          <a:xfrm>
            <a:off x="609600" y="4010000"/>
            <a:ext cx="5336400" cy="1430000"/>
          </a:xfrm>
          <a:prstGeom prst="roundRect">
            <a:avLst>
              <a:gd name="adj" fmla="val 8000"/>
            </a:avLst>
          </a:prstGeom>
          <a:solidFill>
            <a:srgbClr val="F4E3EE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9" name="num3"/>
          <p:cNvSpPr/>
          <p:nvPr/>
        </p:nvSpPr>
        <p:spPr>
          <a:xfrm>
            <a:off x="779600" y="4445000"/>
            <a:ext cx="560000" cy="560000"/>
          </a:xfrm>
          <a:prstGeom prst="ellipse">
            <a:avLst/>
          </a:prstGeom>
          <a:solidFill>
            <a:srgbClr val="3C1053"/>
          </a:solidFill>
          <a:ln>
            <a:noFill/>
          </a:ln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20" name="Text"/>
          <p:cNvSpPr/>
          <p:nvPr/>
        </p:nvSpPr>
        <p:spPr>
          <a:xfrm>
            <a:off x="1469600" y="4010000"/>
            <a:ext cx="4336400" cy="1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>
                <a:solidFill>
                  <a:srgbClr val="003865"/>
                </a:solidFill>
                <a:latin typeface="+mn-lt"/>
              </a:rPr>
              <a:t>Operations and phases</a:t>
            </a:r>
          </a:p>
        </p:txBody>
      </p:sp>
      <p:sp>
        <p:nvSpPr>
          <p:cNvPr id="21" name="Instructions that support execution"/>
          <p:cNvSpPr/>
          <p:nvPr/>
        </p:nvSpPr>
        <p:spPr>
          <a:xfrm>
            <a:off x="6246000" y="4010000"/>
            <a:ext cx="5336400" cy="1430000"/>
          </a:xfrm>
          <a:prstGeom prst="roundRect">
            <a:avLst>
              <a:gd name="adj" fmla="val 8000"/>
            </a:avLst>
          </a:prstGeom>
          <a:solidFill>
            <a:srgbClr val="F4E3EE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2" name="num4"/>
          <p:cNvSpPr/>
          <p:nvPr/>
        </p:nvSpPr>
        <p:spPr>
          <a:xfrm>
            <a:off x="6416000" y="4445000"/>
            <a:ext cx="560000" cy="560000"/>
          </a:xfrm>
          <a:prstGeom prst="ellipse">
            <a:avLst/>
          </a:prstGeom>
          <a:solidFill>
            <a:srgbClr val="F0AB00"/>
          </a:solidFill>
          <a:ln>
            <a:noFill/>
          </a:ln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23" name="Text"/>
          <p:cNvSpPr/>
          <p:nvPr/>
        </p:nvSpPr>
        <p:spPr>
          <a:xfrm>
            <a:off x="7106000" y="4010000"/>
            <a:ext cx="4336400" cy="1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>
                <a:solidFill>
                  <a:srgbClr val="003865"/>
                </a:solidFill>
                <a:latin typeface="+mn-lt"/>
              </a:rPr>
              <a:t>Instructions that support execution</a:t>
            </a:r>
          </a:p>
        </p:txBody>
      </p:sp>
      <p:sp>
        <p:nvSpPr>
          <p:cNvPr id="24" name="Banner"/>
          <p:cNvSpPr/>
          <p:nvPr/>
        </p:nvSpPr>
        <p:spPr>
          <a:xfrm>
            <a:off x="609600" y="5640000"/>
            <a:ext cx="10972800" cy="560000"/>
          </a:xfrm>
          <a:prstGeom prst="roundRect">
            <a:avLst>
              <a:gd name="adj" fmla="val 6000"/>
            </a:avLst>
          </a:prstGeom>
          <a:solidFill>
            <a:srgbClr val="F0AB00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003865"/>
                </a:solidFill>
                <a:latin typeface="+mn-lt"/>
              </a:rPr>
              <a:t>Simple explanation: it is the template / master batch record in SAP.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Operations and Phases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10" name="op"/>
          <p:cNvSpPr/>
          <p:nvPr/>
        </p:nvSpPr>
        <p:spPr>
          <a:xfrm>
            <a:off x="609600" y="1430000"/>
            <a:ext cx="5386400" cy="760000"/>
          </a:xfrm>
          <a:prstGeom prst="roundRect">
            <a:avLst>
              <a:gd name="adj" fmla="val 8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+mn-lt"/>
              </a:rPr>
              <a:t>Operation</a:t>
            </a:r>
          </a:p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+mn-lt"/>
              </a:rPr>
              <a:t>a major section of work</a:t>
            </a:r>
            <a:br>
              <a:rPr lang="en-US" sz="1300">
                <a:solidFill>
                  <a:srgbClr val="FFFFFF"/>
                </a:solidFill>
                <a:latin typeface="+mn-lt"/>
              </a:rPr>
            </a:br>
            <a:r>
              <a:rPr lang="en-US" sz="1300">
                <a:solidFill>
                  <a:srgbClr val="FFFFFF"/>
                </a:solidFill>
                <a:latin typeface="+mn-lt"/>
              </a:rPr>
              <a:t>- Translates to one PI sheet or one Control Recipe</a:t>
            </a:r>
          </a:p>
        </p:txBody>
      </p:sp>
      <p:sp>
        <p:nvSpPr>
          <p:cNvPr id="11" name="ph"/>
          <p:cNvSpPr/>
          <p:nvPr/>
        </p:nvSpPr>
        <p:spPr>
          <a:xfrm>
            <a:off x="6196000" y="1430000"/>
            <a:ext cx="5386400" cy="760000"/>
          </a:xfrm>
          <a:prstGeom prst="roundRect">
            <a:avLst>
              <a:gd name="adj" fmla="val 8000"/>
            </a:avLst>
          </a:prstGeom>
          <a:solidFill>
            <a:srgbClr val="F7DAEA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Phase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>
                <a:solidFill>
                  <a:srgbClr val="3F4444"/>
                </a:solidFill>
                <a:latin typeface="+mn-lt"/>
              </a:rPr>
              <a:t>a detailed step within a section</a:t>
            </a:r>
          </a:p>
        </p:txBody>
      </p:sp>
      <p:sp>
        <p:nvSpPr>
          <p:cNvPr id="12" name="Text"/>
          <p:cNvSpPr/>
          <p:nvPr/>
        </p:nvSpPr>
        <p:spPr>
          <a:xfrm>
            <a:off x="609600" y="216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i="1">
                <a:solidFill>
                  <a:srgbClr val="5C6566"/>
                </a:solidFill>
                <a:latin typeface="+mn-lt"/>
              </a:rPr>
              <a:t>Operations and phases are the sections and phases that make up a unit operation.</a:t>
            </a:r>
          </a:p>
        </p:txBody>
      </p:sp>
      <p:sp>
        <p:nvSpPr>
          <p:cNvPr id="13" name="Text"/>
          <p:cNvSpPr/>
          <p:nvPr/>
        </p:nvSpPr>
        <p:spPr>
          <a:xfrm>
            <a:off x="609600" y="2660000"/>
            <a:ext cx="109728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003865"/>
                </a:solidFill>
                <a:latin typeface="+mn-lt"/>
              </a:rPr>
              <a:t>Example: Prepare Buffer</a:t>
            </a:r>
          </a:p>
        </p:txBody>
      </p:sp>
      <p:sp>
        <p:nvSpPr>
          <p:cNvPr id="14" name="opbox"/>
          <p:cNvSpPr/>
          <p:nvPr/>
        </p:nvSpPr>
        <p:spPr>
          <a:xfrm>
            <a:off x="2096000" y="3060000"/>
            <a:ext cx="8000000" cy="640000"/>
          </a:xfrm>
          <a:prstGeom prst="roundRect">
            <a:avLst>
              <a:gd name="adj" fmla="val 10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+mn-lt"/>
              </a:rPr>
              <a:t>Operation: Buffer Preparation</a:t>
            </a:r>
          </a:p>
        </p:txBody>
      </p:sp>
      <p:sp>
        <p:nvSpPr>
          <p:cNvPr id="15" name="Arrow"/>
          <p:cNvSpPr/>
          <p:nvPr/>
        </p:nvSpPr>
        <p:spPr>
          <a:xfrm>
            <a:off x="5946000" y="3720000"/>
            <a:ext cx="300000" cy="260000"/>
          </a:xfrm>
          <a:prstGeom prst="down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6" name="Weigh"/>
          <p:cNvSpPr/>
          <p:nvPr/>
        </p:nvSpPr>
        <p:spPr>
          <a:xfrm>
            <a:off x="609600" y="4220000"/>
            <a:ext cx="1694000" cy="82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  <a:latin typeface="+mn-lt"/>
              </a:rPr>
              <a:t>Weigh</a:t>
            </a:r>
          </a:p>
        </p:txBody>
      </p:sp>
      <p:sp>
        <p:nvSpPr>
          <p:cNvPr id="17" name="Arrow"/>
          <p:cNvSpPr/>
          <p:nvPr/>
        </p:nvSpPr>
        <p:spPr>
          <a:xfrm>
            <a:off x="2303600" y="4520000"/>
            <a:ext cx="160000" cy="22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8" name="Charge"/>
          <p:cNvSpPr/>
          <p:nvPr/>
        </p:nvSpPr>
        <p:spPr>
          <a:xfrm>
            <a:off x="2463600" y="4220000"/>
            <a:ext cx="1694000" cy="82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  <a:latin typeface="+mn-lt"/>
              </a:rPr>
              <a:t>Charge</a:t>
            </a:r>
          </a:p>
        </p:txBody>
      </p:sp>
      <p:sp>
        <p:nvSpPr>
          <p:cNvPr id="19" name="Arrow"/>
          <p:cNvSpPr/>
          <p:nvPr/>
        </p:nvSpPr>
        <p:spPr>
          <a:xfrm>
            <a:off x="4157600" y="4520000"/>
            <a:ext cx="160000" cy="22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0" name="Mix"/>
          <p:cNvSpPr/>
          <p:nvPr/>
        </p:nvSpPr>
        <p:spPr>
          <a:xfrm>
            <a:off x="4317600" y="4220000"/>
            <a:ext cx="1694000" cy="82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  <a:latin typeface="+mn-lt"/>
              </a:rPr>
              <a:t>Mix</a:t>
            </a:r>
          </a:p>
        </p:txBody>
      </p:sp>
      <p:sp>
        <p:nvSpPr>
          <p:cNvPr id="21" name="Arrow"/>
          <p:cNvSpPr/>
          <p:nvPr/>
        </p:nvSpPr>
        <p:spPr>
          <a:xfrm>
            <a:off x="6011600" y="4520000"/>
            <a:ext cx="160000" cy="22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2" name="Sample"/>
          <p:cNvSpPr/>
          <p:nvPr/>
        </p:nvSpPr>
        <p:spPr>
          <a:xfrm>
            <a:off x="6171600" y="4220000"/>
            <a:ext cx="1694000" cy="82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  <a:latin typeface="+mn-lt"/>
              </a:rPr>
              <a:t>Sample</a:t>
            </a:r>
          </a:p>
        </p:txBody>
      </p:sp>
      <p:sp>
        <p:nvSpPr>
          <p:cNvPr id="23" name="Arrow"/>
          <p:cNvSpPr/>
          <p:nvPr/>
        </p:nvSpPr>
        <p:spPr>
          <a:xfrm>
            <a:off x="7865600" y="4520000"/>
            <a:ext cx="160000" cy="22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4" name="Transfer"/>
          <p:cNvSpPr/>
          <p:nvPr/>
        </p:nvSpPr>
        <p:spPr>
          <a:xfrm>
            <a:off x="8025600" y="4220000"/>
            <a:ext cx="1694000" cy="82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  <a:latin typeface="+mn-lt"/>
              </a:rPr>
              <a:t>Transfer</a:t>
            </a:r>
          </a:p>
        </p:txBody>
      </p:sp>
      <p:sp>
        <p:nvSpPr>
          <p:cNvPr id="25" name="Arrow"/>
          <p:cNvSpPr/>
          <p:nvPr/>
        </p:nvSpPr>
        <p:spPr>
          <a:xfrm>
            <a:off x="9719600" y="4520000"/>
            <a:ext cx="160000" cy="22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6" name="Clean"/>
          <p:cNvSpPr/>
          <p:nvPr/>
        </p:nvSpPr>
        <p:spPr>
          <a:xfrm>
            <a:off x="9879600" y="4220000"/>
            <a:ext cx="1694000" cy="82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  <a:latin typeface="+mn-lt"/>
              </a:rPr>
              <a:t>Clean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87E6A-77EE-41FA-2E27-A533C1F3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BA1E122-AB6F-F314-AC65-79636AB3D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Operations and Phases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9A67300-D013-1FDA-3E26-1398F90BA93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10" name="op">
            <a:extLst>
              <a:ext uri="{FF2B5EF4-FFF2-40B4-BE49-F238E27FC236}">
                <a16:creationId xmlns:a16="http://schemas.microsoft.com/office/drawing/2014/main" id="{7D277154-4ED1-7AD3-E21A-4D70BE18ED75}"/>
              </a:ext>
            </a:extLst>
          </p:cNvPr>
          <p:cNvSpPr/>
          <p:nvPr/>
        </p:nvSpPr>
        <p:spPr>
          <a:xfrm>
            <a:off x="609600" y="1430000"/>
            <a:ext cx="5386400" cy="760000"/>
          </a:xfrm>
          <a:prstGeom prst="roundRect">
            <a:avLst>
              <a:gd name="adj" fmla="val 8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+mn-lt"/>
              </a:rPr>
              <a:t>Operation</a:t>
            </a:r>
          </a:p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+mn-lt"/>
              </a:rPr>
              <a:t>a major section of work</a:t>
            </a:r>
            <a:br>
              <a:rPr lang="en-US" sz="1300">
                <a:solidFill>
                  <a:srgbClr val="FFFFFF"/>
                </a:solidFill>
                <a:latin typeface="+mn-lt"/>
              </a:rPr>
            </a:br>
            <a:r>
              <a:rPr lang="en-US" sz="1300">
                <a:solidFill>
                  <a:srgbClr val="FFFFFF"/>
                </a:solidFill>
                <a:latin typeface="+mn-lt"/>
              </a:rPr>
              <a:t>- Translates to one PI sheet or one Control Recipe</a:t>
            </a:r>
          </a:p>
        </p:txBody>
      </p:sp>
      <p:sp>
        <p:nvSpPr>
          <p:cNvPr id="11" name="ph">
            <a:extLst>
              <a:ext uri="{FF2B5EF4-FFF2-40B4-BE49-F238E27FC236}">
                <a16:creationId xmlns:a16="http://schemas.microsoft.com/office/drawing/2014/main" id="{7C3A5487-3BDE-D245-5DBE-E97C0F881241}"/>
              </a:ext>
            </a:extLst>
          </p:cNvPr>
          <p:cNvSpPr/>
          <p:nvPr/>
        </p:nvSpPr>
        <p:spPr>
          <a:xfrm>
            <a:off x="6196000" y="1430000"/>
            <a:ext cx="5386400" cy="760000"/>
          </a:xfrm>
          <a:prstGeom prst="roundRect">
            <a:avLst>
              <a:gd name="adj" fmla="val 8000"/>
            </a:avLst>
          </a:prstGeom>
          <a:solidFill>
            <a:srgbClr val="F7DAEA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Phase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>
                <a:solidFill>
                  <a:srgbClr val="3F4444"/>
                </a:solidFill>
                <a:latin typeface="+mn-lt"/>
              </a:rPr>
              <a:t>a detailed step within a section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FF171279-5A2E-AD45-C75B-2A34181D414A}"/>
              </a:ext>
            </a:extLst>
          </p:cNvPr>
          <p:cNvSpPr/>
          <p:nvPr/>
        </p:nvSpPr>
        <p:spPr>
          <a:xfrm>
            <a:off x="609600" y="216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i="1">
                <a:solidFill>
                  <a:srgbClr val="5C6566"/>
                </a:solidFill>
                <a:latin typeface="+mn-lt"/>
              </a:rPr>
              <a:t>Operations and phases are the sections and phases that make up a unit operation.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8D21BD4-A1FE-7D3C-03A2-26EC38A9E08F}"/>
              </a:ext>
            </a:extLst>
          </p:cNvPr>
          <p:cNvSpPr/>
          <p:nvPr/>
        </p:nvSpPr>
        <p:spPr>
          <a:xfrm>
            <a:off x="609600" y="2487445"/>
            <a:ext cx="109728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003865"/>
                </a:solidFill>
                <a:latin typeface="+mn-lt"/>
              </a:rPr>
              <a:t>Example: </a:t>
            </a:r>
            <a:r>
              <a:rPr lang="en-US" b="1">
                <a:solidFill>
                  <a:srgbClr val="003865"/>
                </a:solidFill>
              </a:rPr>
              <a:t>Bioreactor</a:t>
            </a:r>
            <a:endParaRPr lang="en-US" sz="1800" b="1">
              <a:solidFill>
                <a:srgbClr val="003865"/>
              </a:solidFill>
              <a:latin typeface="+mn-lt"/>
            </a:endParaRPr>
          </a:p>
        </p:txBody>
      </p:sp>
      <p:sp>
        <p:nvSpPr>
          <p:cNvPr id="14" name="opbox">
            <a:extLst>
              <a:ext uri="{FF2B5EF4-FFF2-40B4-BE49-F238E27FC236}">
                <a16:creationId xmlns:a16="http://schemas.microsoft.com/office/drawing/2014/main" id="{C619C11B-E39A-B73C-78CF-240EBD35CC02}"/>
              </a:ext>
            </a:extLst>
          </p:cNvPr>
          <p:cNvSpPr/>
          <p:nvPr/>
        </p:nvSpPr>
        <p:spPr>
          <a:xfrm>
            <a:off x="2020902" y="2959822"/>
            <a:ext cx="8000000" cy="640000"/>
          </a:xfrm>
          <a:prstGeom prst="roundRect">
            <a:avLst>
              <a:gd name="adj" fmla="val 10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+mn-lt"/>
              </a:rPr>
              <a:t>Operation: Set up 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B3750F34-ECD9-7AD0-5DC4-463AEAA60BA8}"/>
              </a:ext>
            </a:extLst>
          </p:cNvPr>
          <p:cNvSpPr/>
          <p:nvPr/>
        </p:nvSpPr>
        <p:spPr>
          <a:xfrm>
            <a:off x="5946000" y="3682200"/>
            <a:ext cx="300000" cy="260000"/>
          </a:xfrm>
          <a:prstGeom prst="down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6" name="Weigh">
            <a:extLst>
              <a:ext uri="{FF2B5EF4-FFF2-40B4-BE49-F238E27FC236}">
                <a16:creationId xmlns:a16="http://schemas.microsoft.com/office/drawing/2014/main" id="{81055E6F-76D1-4185-266C-69513604DE51}"/>
              </a:ext>
            </a:extLst>
          </p:cNvPr>
          <p:cNvSpPr/>
          <p:nvPr/>
        </p:nvSpPr>
        <p:spPr>
          <a:xfrm>
            <a:off x="2472902" y="3987090"/>
            <a:ext cx="1694000" cy="82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</a:rPr>
              <a:t>Bioreactor setup</a:t>
            </a:r>
            <a:endParaRPr lang="en-US" sz="1600" b="1">
              <a:solidFill>
                <a:srgbClr val="003865"/>
              </a:solidFill>
              <a:latin typeface="+mn-lt"/>
            </a:endParaRPr>
          </a:p>
        </p:txBody>
      </p:sp>
      <p:sp>
        <p:nvSpPr>
          <p:cNvPr id="17" name="Arrow">
            <a:extLst>
              <a:ext uri="{FF2B5EF4-FFF2-40B4-BE49-F238E27FC236}">
                <a16:creationId xmlns:a16="http://schemas.microsoft.com/office/drawing/2014/main" id="{EE3C5FA5-9B2D-2B6D-61F3-4EF3867C13EB}"/>
              </a:ext>
            </a:extLst>
          </p:cNvPr>
          <p:cNvSpPr/>
          <p:nvPr/>
        </p:nvSpPr>
        <p:spPr>
          <a:xfrm>
            <a:off x="4166902" y="4287090"/>
            <a:ext cx="160000" cy="22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8" name="Charge">
            <a:extLst>
              <a:ext uri="{FF2B5EF4-FFF2-40B4-BE49-F238E27FC236}">
                <a16:creationId xmlns:a16="http://schemas.microsoft.com/office/drawing/2014/main" id="{3182C5D2-61DB-E794-19AF-FB8B77BBE4BF}"/>
              </a:ext>
            </a:extLst>
          </p:cNvPr>
          <p:cNvSpPr/>
          <p:nvPr/>
        </p:nvSpPr>
        <p:spPr>
          <a:xfrm>
            <a:off x="4326902" y="3987090"/>
            <a:ext cx="1694000" cy="82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</a:rPr>
              <a:t>Media Charge</a:t>
            </a:r>
            <a:endParaRPr lang="en-US" sz="1600" b="1">
              <a:solidFill>
                <a:srgbClr val="003865"/>
              </a:solidFill>
              <a:latin typeface="+mn-lt"/>
            </a:endParaRPr>
          </a:p>
        </p:txBody>
      </p:sp>
      <p:sp>
        <p:nvSpPr>
          <p:cNvPr id="19" name="Arrow">
            <a:extLst>
              <a:ext uri="{FF2B5EF4-FFF2-40B4-BE49-F238E27FC236}">
                <a16:creationId xmlns:a16="http://schemas.microsoft.com/office/drawing/2014/main" id="{B28279F9-23A0-C0FF-F4AE-5A0D645A4B40}"/>
              </a:ext>
            </a:extLst>
          </p:cNvPr>
          <p:cNvSpPr/>
          <p:nvPr/>
        </p:nvSpPr>
        <p:spPr>
          <a:xfrm>
            <a:off x="6020902" y="4287090"/>
            <a:ext cx="160000" cy="22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0" name="Mix">
            <a:extLst>
              <a:ext uri="{FF2B5EF4-FFF2-40B4-BE49-F238E27FC236}">
                <a16:creationId xmlns:a16="http://schemas.microsoft.com/office/drawing/2014/main" id="{A110D391-1D00-BDBE-555E-199271AF7807}"/>
              </a:ext>
            </a:extLst>
          </p:cNvPr>
          <p:cNvSpPr/>
          <p:nvPr/>
        </p:nvSpPr>
        <p:spPr>
          <a:xfrm>
            <a:off x="6180902" y="3987090"/>
            <a:ext cx="1694000" cy="82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</a:rPr>
              <a:t>…..</a:t>
            </a:r>
            <a:endParaRPr lang="en-US" sz="1600" b="1">
              <a:solidFill>
                <a:srgbClr val="003865"/>
              </a:solidFill>
              <a:latin typeface="+mn-lt"/>
            </a:endParaRPr>
          </a:p>
        </p:txBody>
      </p:sp>
      <p:sp>
        <p:nvSpPr>
          <p:cNvPr id="21" name="Arrow">
            <a:extLst>
              <a:ext uri="{FF2B5EF4-FFF2-40B4-BE49-F238E27FC236}">
                <a16:creationId xmlns:a16="http://schemas.microsoft.com/office/drawing/2014/main" id="{BA0AF975-9BF3-C246-4E85-C4321CC8FE23}"/>
              </a:ext>
            </a:extLst>
          </p:cNvPr>
          <p:cNvSpPr/>
          <p:nvPr/>
        </p:nvSpPr>
        <p:spPr>
          <a:xfrm>
            <a:off x="7874902" y="4287090"/>
            <a:ext cx="160000" cy="22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2" name="Sample">
            <a:extLst>
              <a:ext uri="{FF2B5EF4-FFF2-40B4-BE49-F238E27FC236}">
                <a16:creationId xmlns:a16="http://schemas.microsoft.com/office/drawing/2014/main" id="{81E47CBF-F4B5-E66C-2F65-E60FAFE984AD}"/>
              </a:ext>
            </a:extLst>
          </p:cNvPr>
          <p:cNvSpPr/>
          <p:nvPr/>
        </p:nvSpPr>
        <p:spPr>
          <a:xfrm>
            <a:off x="8034902" y="3987090"/>
            <a:ext cx="1694000" cy="82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</a:rPr>
              <a:t>….</a:t>
            </a:r>
            <a:endParaRPr lang="en-US" sz="1600" b="1">
              <a:solidFill>
                <a:srgbClr val="003865"/>
              </a:solidFill>
              <a:latin typeface="+mn-lt"/>
            </a:endParaRPr>
          </a:p>
        </p:txBody>
      </p:sp>
      <p:sp>
        <p:nvSpPr>
          <p:cNvPr id="4" name="opbox">
            <a:extLst>
              <a:ext uri="{FF2B5EF4-FFF2-40B4-BE49-F238E27FC236}">
                <a16:creationId xmlns:a16="http://schemas.microsoft.com/office/drawing/2014/main" id="{1B0E79AE-003F-74FE-7620-6F166C4AFD0F}"/>
              </a:ext>
            </a:extLst>
          </p:cNvPr>
          <p:cNvSpPr/>
          <p:nvPr/>
        </p:nvSpPr>
        <p:spPr>
          <a:xfrm>
            <a:off x="2024114" y="5006689"/>
            <a:ext cx="8000000" cy="640000"/>
          </a:xfrm>
          <a:prstGeom prst="roundRect">
            <a:avLst>
              <a:gd name="adj" fmla="val 10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+mn-lt"/>
              </a:rPr>
              <a:t>Operation: Sampling</a:t>
            </a:r>
          </a:p>
        </p:txBody>
      </p:sp>
      <p:sp>
        <p:nvSpPr>
          <p:cNvPr id="5" name="Arrow">
            <a:extLst>
              <a:ext uri="{FF2B5EF4-FFF2-40B4-BE49-F238E27FC236}">
                <a16:creationId xmlns:a16="http://schemas.microsoft.com/office/drawing/2014/main" id="{C28F50A4-AB58-936D-DEE8-6B3EFF606B12}"/>
              </a:ext>
            </a:extLst>
          </p:cNvPr>
          <p:cNvSpPr/>
          <p:nvPr/>
        </p:nvSpPr>
        <p:spPr>
          <a:xfrm>
            <a:off x="5874114" y="5666689"/>
            <a:ext cx="300000" cy="260000"/>
          </a:xfrm>
          <a:prstGeom prst="down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6" name="Weigh">
            <a:extLst>
              <a:ext uri="{FF2B5EF4-FFF2-40B4-BE49-F238E27FC236}">
                <a16:creationId xmlns:a16="http://schemas.microsoft.com/office/drawing/2014/main" id="{1CE032FF-F445-DC69-93BA-2A1BCE45A40C}"/>
              </a:ext>
            </a:extLst>
          </p:cNvPr>
          <p:cNvSpPr/>
          <p:nvPr/>
        </p:nvSpPr>
        <p:spPr>
          <a:xfrm>
            <a:off x="2401016" y="5968286"/>
            <a:ext cx="1694000" cy="64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  <a:latin typeface="+mn-lt"/>
              </a:rPr>
              <a:t>Day 1</a:t>
            </a:r>
          </a:p>
        </p:txBody>
      </p:sp>
      <p:sp>
        <p:nvSpPr>
          <p:cNvPr id="7" name="Arrow">
            <a:extLst>
              <a:ext uri="{FF2B5EF4-FFF2-40B4-BE49-F238E27FC236}">
                <a16:creationId xmlns:a16="http://schemas.microsoft.com/office/drawing/2014/main" id="{D20931C0-0830-DB5B-1572-4498D9967034}"/>
              </a:ext>
            </a:extLst>
          </p:cNvPr>
          <p:cNvSpPr/>
          <p:nvPr/>
        </p:nvSpPr>
        <p:spPr>
          <a:xfrm>
            <a:off x="4095016" y="6173396"/>
            <a:ext cx="160000" cy="22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8" name="Charge">
            <a:extLst>
              <a:ext uri="{FF2B5EF4-FFF2-40B4-BE49-F238E27FC236}">
                <a16:creationId xmlns:a16="http://schemas.microsoft.com/office/drawing/2014/main" id="{DFAAD1FF-55FA-5997-5CB9-F35FE0DA1988}"/>
              </a:ext>
            </a:extLst>
          </p:cNvPr>
          <p:cNvSpPr/>
          <p:nvPr/>
        </p:nvSpPr>
        <p:spPr>
          <a:xfrm>
            <a:off x="4255016" y="5968286"/>
            <a:ext cx="1694000" cy="64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</a:rPr>
              <a:t>Day 2</a:t>
            </a:r>
            <a:endParaRPr lang="en-US" sz="1600" b="1">
              <a:solidFill>
                <a:srgbClr val="003865"/>
              </a:solidFill>
              <a:latin typeface="+mn-lt"/>
            </a:endParaRPr>
          </a:p>
        </p:txBody>
      </p:sp>
      <p:sp>
        <p:nvSpPr>
          <p:cNvPr id="9" name="Mix">
            <a:extLst>
              <a:ext uri="{FF2B5EF4-FFF2-40B4-BE49-F238E27FC236}">
                <a16:creationId xmlns:a16="http://schemas.microsoft.com/office/drawing/2014/main" id="{BF2FCE0F-13B0-B4AE-2294-41DA06E382BB}"/>
              </a:ext>
            </a:extLst>
          </p:cNvPr>
          <p:cNvSpPr/>
          <p:nvPr/>
        </p:nvSpPr>
        <p:spPr>
          <a:xfrm>
            <a:off x="6109016" y="5968286"/>
            <a:ext cx="1694000" cy="64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  <a:latin typeface="+mn-lt"/>
              </a:rPr>
              <a:t>Da</a:t>
            </a:r>
            <a:r>
              <a:rPr lang="en-US" sz="1600" b="1">
                <a:solidFill>
                  <a:srgbClr val="003865"/>
                </a:solidFill>
              </a:rPr>
              <a:t>y 3</a:t>
            </a:r>
            <a:endParaRPr lang="en-US" sz="1600" b="1">
              <a:solidFill>
                <a:srgbClr val="003865"/>
              </a:solidFill>
              <a:latin typeface="+mn-lt"/>
            </a:endParaRPr>
          </a:p>
        </p:txBody>
      </p:sp>
      <p:sp>
        <p:nvSpPr>
          <p:cNvPr id="27" name="Arrow">
            <a:extLst>
              <a:ext uri="{FF2B5EF4-FFF2-40B4-BE49-F238E27FC236}">
                <a16:creationId xmlns:a16="http://schemas.microsoft.com/office/drawing/2014/main" id="{87A31386-7C66-B76E-89C3-A82C2D208DC4}"/>
              </a:ext>
            </a:extLst>
          </p:cNvPr>
          <p:cNvSpPr/>
          <p:nvPr/>
        </p:nvSpPr>
        <p:spPr>
          <a:xfrm>
            <a:off x="7803016" y="6173396"/>
            <a:ext cx="160000" cy="171707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8" name="Sample">
            <a:extLst>
              <a:ext uri="{FF2B5EF4-FFF2-40B4-BE49-F238E27FC236}">
                <a16:creationId xmlns:a16="http://schemas.microsoft.com/office/drawing/2014/main" id="{6C4CAE14-459B-8186-B53B-35DFC312542D}"/>
              </a:ext>
            </a:extLst>
          </p:cNvPr>
          <p:cNvSpPr/>
          <p:nvPr/>
        </p:nvSpPr>
        <p:spPr>
          <a:xfrm>
            <a:off x="7963016" y="5968286"/>
            <a:ext cx="1694000" cy="64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 w="12700">
            <a:solidFill>
              <a:srgbClr val="F0AB0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03865"/>
                </a:solidFill>
                <a:latin typeface="+mn-lt"/>
              </a:rPr>
              <a:t>Day 4</a:t>
            </a:r>
          </a:p>
        </p:txBody>
      </p:sp>
      <p:sp>
        <p:nvSpPr>
          <p:cNvPr id="29" name="Arrow">
            <a:extLst>
              <a:ext uri="{FF2B5EF4-FFF2-40B4-BE49-F238E27FC236}">
                <a16:creationId xmlns:a16="http://schemas.microsoft.com/office/drawing/2014/main" id="{C8878EF7-C16A-122A-82D1-D60D3697A659}"/>
              </a:ext>
            </a:extLst>
          </p:cNvPr>
          <p:cNvSpPr/>
          <p:nvPr/>
        </p:nvSpPr>
        <p:spPr>
          <a:xfrm>
            <a:off x="5949016" y="6083396"/>
            <a:ext cx="160000" cy="22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17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BOM and BOM Version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10" name="bompanel"/>
          <p:cNvSpPr/>
          <p:nvPr/>
        </p:nvSpPr>
        <p:spPr>
          <a:xfrm>
            <a:off x="609600" y="1500000"/>
            <a:ext cx="5386400" cy="3700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1" name="bomh"/>
          <p:cNvSpPr/>
          <p:nvPr/>
        </p:nvSpPr>
        <p:spPr>
          <a:xfrm>
            <a:off x="609600" y="1500000"/>
            <a:ext cx="5386400" cy="560000"/>
          </a:xfrm>
          <a:prstGeom prst="roundRect">
            <a:avLst>
              <a:gd name="adj" fmla="val 8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+mn-lt"/>
              </a:rPr>
              <a:t>BOM = Bill of Materials</a:t>
            </a:r>
          </a:p>
        </p:txBody>
      </p:sp>
      <p:sp>
        <p:nvSpPr>
          <p:cNvPr id="12" name="Text"/>
          <p:cNvSpPr/>
          <p:nvPr/>
        </p:nvSpPr>
        <p:spPr>
          <a:xfrm>
            <a:off x="829600" y="2140000"/>
            <a:ext cx="49464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3F4444"/>
                </a:solidFill>
                <a:latin typeface="+mn-lt"/>
              </a:rPr>
              <a:t>The BOM defines the materials needed to make the product.</a:t>
            </a:r>
          </a:p>
        </p:txBody>
      </p:sp>
      <p:sp>
        <p:nvSpPr>
          <p:cNvPr id="13" name="Raw materials"/>
          <p:cNvSpPr/>
          <p:nvPr/>
        </p:nvSpPr>
        <p:spPr>
          <a:xfrm>
            <a:off x="829600" y="2760000"/>
            <a:ext cx="2393200" cy="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006F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Raw materials</a:t>
            </a:r>
          </a:p>
        </p:txBody>
      </p:sp>
      <p:sp>
        <p:nvSpPr>
          <p:cNvPr id="14" name="Components"/>
          <p:cNvSpPr/>
          <p:nvPr/>
        </p:nvSpPr>
        <p:spPr>
          <a:xfrm>
            <a:off x="3382800" y="2760000"/>
            <a:ext cx="2393200" cy="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006F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Components</a:t>
            </a:r>
          </a:p>
        </p:txBody>
      </p:sp>
      <p:sp>
        <p:nvSpPr>
          <p:cNvPr id="15" name="Quantities"/>
          <p:cNvSpPr/>
          <p:nvPr/>
        </p:nvSpPr>
        <p:spPr>
          <a:xfrm>
            <a:off x="829600" y="3540000"/>
            <a:ext cx="2393200" cy="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006F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Quantities</a:t>
            </a:r>
          </a:p>
        </p:txBody>
      </p:sp>
      <p:sp>
        <p:nvSpPr>
          <p:cNvPr id="16" name="Units of measure"/>
          <p:cNvSpPr/>
          <p:nvPr/>
        </p:nvSpPr>
        <p:spPr>
          <a:xfrm>
            <a:off x="3382800" y="3540000"/>
            <a:ext cx="2393200" cy="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006F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Units of measure</a:t>
            </a:r>
          </a:p>
        </p:txBody>
      </p:sp>
      <p:sp>
        <p:nvSpPr>
          <p:cNvPr id="17" name="bvpanel"/>
          <p:cNvSpPr/>
          <p:nvPr/>
        </p:nvSpPr>
        <p:spPr>
          <a:xfrm>
            <a:off x="6196000" y="1500000"/>
            <a:ext cx="5386400" cy="3700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" name="bvh"/>
          <p:cNvSpPr/>
          <p:nvPr/>
        </p:nvSpPr>
        <p:spPr>
          <a:xfrm>
            <a:off x="6196000" y="1500000"/>
            <a:ext cx="5386400" cy="560000"/>
          </a:xfrm>
          <a:prstGeom prst="roundRect">
            <a:avLst>
              <a:gd name="adj" fmla="val 8000"/>
            </a:avLst>
          </a:prstGeom>
          <a:solidFill>
            <a:srgbClr val="F0AB00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003865"/>
                </a:solidFill>
                <a:latin typeface="+mn-lt"/>
              </a:rPr>
              <a:t>BOM Version</a:t>
            </a:r>
          </a:p>
        </p:txBody>
      </p:sp>
      <p:sp>
        <p:nvSpPr>
          <p:cNvPr id="19" name="Text"/>
          <p:cNvSpPr/>
          <p:nvPr/>
        </p:nvSpPr>
        <p:spPr>
          <a:xfrm>
            <a:off x="6416000" y="2200000"/>
            <a:ext cx="49464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>
                <a:solidFill>
                  <a:srgbClr val="3F4444"/>
                </a:solidFill>
                <a:latin typeface="+mn-lt"/>
              </a:rPr>
              <a:t>The BOM Version tells the system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>
                <a:solidFill>
                  <a:srgbClr val="3F4444"/>
                </a:solidFill>
                <a:latin typeface="+mn-lt"/>
              </a:rPr>
              <a:t>which approved version should be used.</a:t>
            </a:r>
          </a:p>
        </p:txBody>
      </p:sp>
      <p:sp>
        <p:nvSpPr>
          <p:cNvPr id="20" name="bvchip"/>
          <p:cNvSpPr/>
          <p:nvPr/>
        </p:nvSpPr>
        <p:spPr>
          <a:xfrm>
            <a:off x="6416000" y="3120000"/>
            <a:ext cx="4946400" cy="760000"/>
          </a:xfrm>
          <a:prstGeom prst="roundRect">
            <a:avLst>
              <a:gd name="adj" fmla="val 8000"/>
            </a:avLst>
          </a:prstGeom>
          <a:solidFill>
            <a:srgbClr val="FCEFCC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spcAft>
                <a:spcPts val="120"/>
              </a:spcAft>
              <a:buNone/>
            </a:pPr>
            <a:r>
              <a:rPr lang="en-US" sz="1550" b="1">
                <a:solidFill>
                  <a:srgbClr val="003865"/>
                </a:solidFill>
                <a:latin typeface="+mn-lt"/>
              </a:rPr>
              <a:t>Use the correct approved version</a:t>
            </a:r>
          </a:p>
          <a:p>
            <a:pPr marL="0" indent="0" algn="ctr">
              <a:buNone/>
            </a:pPr>
            <a:r>
              <a:rPr lang="en-US" sz="1300">
                <a:solidFill>
                  <a:srgbClr val="5C6566"/>
                </a:solidFill>
                <a:latin typeface="+mn-lt"/>
              </a:rPr>
              <a:t>the right setup, every batch</a:t>
            </a:r>
          </a:p>
        </p:txBody>
      </p:sp>
      <p:sp>
        <p:nvSpPr>
          <p:cNvPr id="21" name="Banner"/>
          <p:cNvSpPr/>
          <p:nvPr/>
        </p:nvSpPr>
        <p:spPr>
          <a:xfrm>
            <a:off x="609600" y="5380000"/>
            <a:ext cx="10972800" cy="560000"/>
          </a:xfrm>
          <a:prstGeom prst="roundRect">
            <a:avLst>
              <a:gd name="adj" fmla="val 6000"/>
            </a:avLst>
          </a:prstGeom>
          <a:solidFill>
            <a:srgbClr val="003865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+mn-lt"/>
              </a:rPr>
              <a:t>If the Master Recipe tells you how to make it, the BOM tells you what you need to make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How the Master Data Fits Together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10" name="Text"/>
          <p:cNvSpPr/>
          <p:nvPr/>
        </p:nvSpPr>
        <p:spPr>
          <a:xfrm>
            <a:off x="609600" y="148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/>
          <a:lstStyle/>
          <a:p>
            <a:pPr marL="0" indent="0" algn="ctr">
              <a:buNone/>
            </a:pPr>
            <a:r>
              <a:rPr lang="en-US" sz="1800">
                <a:solidFill>
                  <a:srgbClr val="5C6566"/>
                </a:solidFill>
                <a:latin typeface="+mn-lt"/>
              </a:rPr>
              <a:t>Master data comes together in three connected pieces.</a:t>
            </a:r>
          </a:p>
        </p:txBody>
      </p:sp>
      <p:sp>
        <p:nvSpPr>
          <p:cNvPr id="11" name="Master Recipe"/>
          <p:cNvSpPr/>
          <p:nvPr/>
        </p:nvSpPr>
        <p:spPr>
          <a:xfrm>
            <a:off x="609600" y="2350000"/>
            <a:ext cx="3377600" cy="1700000"/>
          </a:xfrm>
          <a:prstGeom prst="roundRect">
            <a:avLst>
              <a:gd name="adj" fmla="val 10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900" b="1">
                <a:solidFill>
                  <a:srgbClr val="FFFFFF"/>
                </a:solidFill>
                <a:latin typeface="+mn-lt"/>
              </a:rPr>
              <a:t>Master Recipe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+mn-lt"/>
              </a:rPr>
              <a:t>process template</a:t>
            </a:r>
          </a:p>
        </p:txBody>
      </p:sp>
      <p:sp>
        <p:nvSpPr>
          <p:cNvPr id="12" name="BOM"/>
          <p:cNvSpPr/>
          <p:nvPr/>
        </p:nvSpPr>
        <p:spPr>
          <a:xfrm>
            <a:off x="4407200" y="2350000"/>
            <a:ext cx="3377600" cy="1700000"/>
          </a:xfrm>
          <a:prstGeom prst="roundRect">
            <a:avLst>
              <a:gd name="adj" fmla="val 10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900" b="1">
                <a:solidFill>
                  <a:srgbClr val="FFFFFF"/>
                </a:solidFill>
                <a:latin typeface="+mn-lt"/>
              </a:rPr>
              <a:t>BOM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+mn-lt"/>
              </a:rPr>
              <a:t>materials list</a:t>
            </a:r>
          </a:p>
        </p:txBody>
      </p:sp>
      <p:sp>
        <p:nvSpPr>
          <p:cNvPr id="13" name="BOM Version"/>
          <p:cNvSpPr/>
          <p:nvPr/>
        </p:nvSpPr>
        <p:spPr>
          <a:xfrm>
            <a:off x="8204800" y="2350000"/>
            <a:ext cx="3377600" cy="1700000"/>
          </a:xfrm>
          <a:prstGeom prst="roundRect">
            <a:avLst>
              <a:gd name="adj" fmla="val 10000"/>
            </a:avLst>
          </a:prstGeom>
          <a:solidFill>
            <a:srgbClr val="F0AB00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900" b="1">
                <a:solidFill>
                  <a:srgbClr val="003865"/>
                </a:solidFill>
                <a:latin typeface="+mn-lt"/>
              </a:rPr>
              <a:t>BOM Version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>
                <a:solidFill>
                  <a:srgbClr val="003865"/>
                </a:solidFill>
                <a:latin typeface="+mn-lt"/>
              </a:rPr>
              <a:t>approved version to use</a:t>
            </a:r>
          </a:p>
        </p:txBody>
      </p:sp>
      <p:sp>
        <p:nvSpPr>
          <p:cNvPr id="14" name="Arrow"/>
          <p:cNvSpPr/>
          <p:nvPr/>
        </p:nvSpPr>
        <p:spPr>
          <a:xfrm>
            <a:off x="4047200" y="3020000"/>
            <a:ext cx="300000" cy="36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5" name="Arrow"/>
          <p:cNvSpPr/>
          <p:nvPr/>
        </p:nvSpPr>
        <p:spPr>
          <a:xfrm>
            <a:off x="7844800" y="3020000"/>
            <a:ext cx="300000" cy="36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6" name="Banner"/>
          <p:cNvSpPr/>
          <p:nvPr/>
        </p:nvSpPr>
        <p:spPr>
          <a:xfrm>
            <a:off x="609600" y="4750000"/>
            <a:ext cx="10972800" cy="560000"/>
          </a:xfrm>
          <a:prstGeom prst="roundRect">
            <a:avLst>
              <a:gd name="adj" fmla="val 6000"/>
            </a:avLst>
          </a:prstGeom>
          <a:solidFill>
            <a:srgbClr val="003865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+mn-lt"/>
              </a:rPr>
              <a:t>The process needs both the process template and the correct materials setup.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Process Order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12</a:t>
            </a:fld>
            <a:endParaRPr lang="en-GB"/>
          </a:p>
        </p:txBody>
      </p:sp>
      <p:cxnSp>
        <p:nvCxnSpPr>
          <p:cNvPr id="10" name="Connector"/>
          <p:cNvCxnSpPr/>
          <p:nvPr/>
        </p:nvCxnSpPr>
        <p:spPr>
          <a:xfrm>
            <a:off x="6096000" y="2370000"/>
            <a:ext cx="1" cy="530000"/>
          </a:xfrm>
          <a:prstGeom prst="line">
            <a:avLst/>
          </a:prstGeom>
          <a:ln w="28575">
            <a:solidFill>
              <a:srgbClr val="3C1053"/>
            </a:solidFill>
          </a:ln>
        </p:spPr>
      </p:cxnSp>
      <p:cxnSp>
        <p:nvCxnSpPr>
          <p:cNvPr id="11" name="Connector"/>
          <p:cNvCxnSpPr/>
          <p:nvPr/>
        </p:nvCxnSpPr>
        <p:spPr>
          <a:xfrm>
            <a:off x="6096000" y="4000000"/>
            <a:ext cx="1" cy="420000"/>
          </a:xfrm>
          <a:prstGeom prst="line">
            <a:avLst/>
          </a:prstGeom>
          <a:ln w="28575">
            <a:solidFill>
              <a:srgbClr val="3C1053"/>
            </a:solidFill>
          </a:ln>
        </p:spPr>
      </p:cxnSp>
      <p:cxnSp>
        <p:nvCxnSpPr>
          <p:cNvPr id="12" name="Connector"/>
          <p:cNvCxnSpPr/>
          <p:nvPr/>
        </p:nvCxnSpPr>
        <p:spPr>
          <a:xfrm>
            <a:off x="3509600" y="3450000"/>
            <a:ext cx="1336400" cy="1"/>
          </a:xfrm>
          <a:prstGeom prst="line">
            <a:avLst/>
          </a:prstGeom>
          <a:ln w="28575">
            <a:solidFill>
              <a:srgbClr val="3C1053"/>
            </a:solidFill>
          </a:ln>
        </p:spPr>
      </p:cxnSp>
      <p:cxnSp>
        <p:nvCxnSpPr>
          <p:cNvPr id="13" name="Connector"/>
          <p:cNvCxnSpPr/>
          <p:nvPr/>
        </p:nvCxnSpPr>
        <p:spPr>
          <a:xfrm>
            <a:off x="7346000" y="3450000"/>
            <a:ext cx="1336400" cy="1"/>
          </a:xfrm>
          <a:prstGeom prst="line">
            <a:avLst/>
          </a:prstGeom>
          <a:ln w="28575">
            <a:solidFill>
              <a:srgbClr val="3C1053"/>
            </a:solidFill>
          </a:ln>
        </p:spPr>
      </p:cxnSp>
      <p:sp>
        <p:nvSpPr>
          <p:cNvPr id="14" name="center"/>
          <p:cNvSpPr/>
          <p:nvPr/>
        </p:nvSpPr>
        <p:spPr>
          <a:xfrm>
            <a:off x="4846000" y="2900000"/>
            <a:ext cx="2500000" cy="1100000"/>
          </a:xfrm>
          <a:prstGeom prst="roundRect">
            <a:avLst>
              <a:gd name="adj" fmla="val 10000"/>
            </a:avLst>
          </a:prstGeom>
          <a:solidFill>
            <a:srgbClr val="3C1053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spcAft>
                <a:spcPts val="120"/>
              </a:spcAft>
              <a:buNone/>
            </a:pPr>
            <a:r>
              <a:rPr lang="en-US" sz="1900" b="1">
                <a:solidFill>
                  <a:srgbClr val="FFFFFF"/>
                </a:solidFill>
                <a:latin typeface="+mn-lt"/>
              </a:rPr>
              <a:t>Process Order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>
                <a:solidFill>
                  <a:srgbClr val="FFFFFF"/>
                </a:solidFill>
                <a:latin typeface="+mn-lt"/>
              </a:rPr>
              <a:t>Created for a specific batch</a:t>
            </a:r>
          </a:p>
        </p:txBody>
      </p:sp>
      <p:sp>
        <p:nvSpPr>
          <p:cNvPr id="15" name="Product and batch details"/>
          <p:cNvSpPr/>
          <p:nvPr/>
        </p:nvSpPr>
        <p:spPr>
          <a:xfrm>
            <a:off x="4846000" y="1650000"/>
            <a:ext cx="2500000" cy="720000"/>
          </a:xfrm>
          <a:prstGeom prst="roundRect">
            <a:avLst>
              <a:gd name="adj" fmla="val 8000"/>
            </a:avLst>
          </a:prstGeom>
          <a:solidFill>
            <a:srgbClr val="EDE7F3"/>
          </a:solidFill>
          <a:ln w="9525">
            <a:solidFill>
              <a:srgbClr val="3C1053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Product &amp; batch details</a:t>
            </a:r>
          </a:p>
        </p:txBody>
      </p:sp>
      <p:sp>
        <p:nvSpPr>
          <p:cNvPr id="16" name="Execution context"/>
          <p:cNvSpPr/>
          <p:nvPr/>
        </p:nvSpPr>
        <p:spPr>
          <a:xfrm>
            <a:off x="4846000" y="4180000"/>
            <a:ext cx="2500000" cy="720000"/>
          </a:xfrm>
          <a:prstGeom prst="roundRect">
            <a:avLst>
              <a:gd name="adj" fmla="val 8000"/>
            </a:avLst>
          </a:prstGeom>
          <a:solidFill>
            <a:srgbClr val="EDE7F3"/>
          </a:solidFill>
          <a:ln w="9525">
            <a:solidFill>
              <a:srgbClr val="3C1053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Execution context</a:t>
            </a:r>
          </a:p>
        </p:txBody>
      </p:sp>
      <p:sp>
        <p:nvSpPr>
          <p:cNvPr id="17" name="Planned process structure"/>
          <p:cNvSpPr/>
          <p:nvPr/>
        </p:nvSpPr>
        <p:spPr>
          <a:xfrm>
            <a:off x="609600" y="3000000"/>
            <a:ext cx="2900000" cy="900000"/>
          </a:xfrm>
          <a:prstGeom prst="roundRect">
            <a:avLst>
              <a:gd name="adj" fmla="val 8000"/>
            </a:avLst>
          </a:prstGeom>
          <a:solidFill>
            <a:srgbClr val="EDE7F3"/>
          </a:solidFill>
          <a:ln w="9525">
            <a:solidFill>
              <a:srgbClr val="3C1053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Planned process structure</a:t>
            </a:r>
          </a:p>
        </p:txBody>
      </p:sp>
      <p:sp>
        <p:nvSpPr>
          <p:cNvPr id="18" name="Linked materials"/>
          <p:cNvSpPr/>
          <p:nvPr/>
        </p:nvSpPr>
        <p:spPr>
          <a:xfrm>
            <a:off x="8682400" y="3000000"/>
            <a:ext cx="2900000" cy="900000"/>
          </a:xfrm>
          <a:prstGeom prst="roundRect">
            <a:avLst>
              <a:gd name="adj" fmla="val 8000"/>
            </a:avLst>
          </a:prstGeom>
          <a:solidFill>
            <a:srgbClr val="EDE7F3"/>
          </a:solidFill>
          <a:ln w="9525">
            <a:solidFill>
              <a:srgbClr val="3C1053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Linked materials</a:t>
            </a:r>
          </a:p>
        </p:txBody>
      </p:sp>
      <p:sp>
        <p:nvSpPr>
          <p:cNvPr id="19" name="Text"/>
          <p:cNvSpPr/>
          <p:nvPr/>
        </p:nvSpPr>
        <p:spPr>
          <a:xfrm>
            <a:off x="609600" y="5180000"/>
            <a:ext cx="109728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5C6566"/>
                </a:solidFill>
                <a:latin typeface="+mn-lt"/>
              </a:rPr>
              <a:t>Think of it as:</a:t>
            </a:r>
          </a:p>
        </p:txBody>
      </p:sp>
      <p:sp>
        <p:nvSpPr>
          <p:cNvPr id="20" name="c1"/>
          <p:cNvSpPr/>
          <p:nvPr/>
        </p:nvSpPr>
        <p:spPr>
          <a:xfrm>
            <a:off x="609600" y="5520000"/>
            <a:ext cx="5336400" cy="560000"/>
          </a:xfrm>
          <a:prstGeom prst="roundRect">
            <a:avLst>
              <a:gd name="adj" fmla="val 8000"/>
            </a:avLst>
          </a:prstGeom>
          <a:solidFill>
            <a:srgbClr val="3C1053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+mn-lt"/>
              </a:rPr>
              <a:t>The batch-specific working record</a:t>
            </a:r>
          </a:p>
        </p:txBody>
      </p:sp>
      <p:sp>
        <p:nvSpPr>
          <p:cNvPr id="21" name="c2"/>
          <p:cNvSpPr/>
          <p:nvPr/>
        </p:nvSpPr>
        <p:spPr>
          <a:xfrm>
            <a:off x="6246000" y="5520000"/>
            <a:ext cx="5336400" cy="560000"/>
          </a:xfrm>
          <a:prstGeom prst="roundRect">
            <a:avLst>
              <a:gd name="adj" fmla="val 8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+mn-lt"/>
              </a:rPr>
              <a:t>Plus the process order page you know today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Control Recipe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10" name="Text"/>
          <p:cNvSpPr/>
          <p:nvPr/>
        </p:nvSpPr>
        <p:spPr>
          <a:xfrm>
            <a:off x="609600" y="1450000"/>
            <a:ext cx="109728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>
                <a:solidFill>
                  <a:srgbClr val="003865"/>
                </a:solidFill>
                <a:latin typeface="+mn-lt"/>
              </a:rPr>
              <a:t>A Control Recipe is the system-generated execution package linked to the Process Order.</a:t>
            </a:r>
          </a:p>
        </p:txBody>
      </p:sp>
      <p:sp>
        <p:nvSpPr>
          <p:cNvPr id="11" name="Process Order"/>
          <p:cNvSpPr/>
          <p:nvPr/>
        </p:nvSpPr>
        <p:spPr>
          <a:xfrm>
            <a:off x="609600" y="2550000"/>
            <a:ext cx="3000000" cy="1500000"/>
          </a:xfrm>
          <a:prstGeom prst="roundRect">
            <a:avLst>
              <a:gd name="adj" fmla="val 8000"/>
            </a:avLst>
          </a:prstGeom>
          <a:solidFill>
            <a:srgbClr val="3C1053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+mn-lt"/>
              </a:rPr>
              <a:t>Process Order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+mn-lt"/>
              </a:rPr>
              <a:t>Batch-specific record</a:t>
            </a:r>
          </a:p>
        </p:txBody>
      </p:sp>
      <p:sp>
        <p:nvSpPr>
          <p:cNvPr id="12" name="Control Recipe"/>
          <p:cNvSpPr/>
          <p:nvPr/>
        </p:nvSpPr>
        <p:spPr>
          <a:xfrm>
            <a:off x="4296000" y="2550000"/>
            <a:ext cx="3400000" cy="1500000"/>
          </a:xfrm>
          <a:prstGeom prst="roundRect">
            <a:avLst>
              <a:gd name="adj" fmla="val 8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900" b="1">
                <a:solidFill>
                  <a:srgbClr val="FFFFFF"/>
                </a:solidFill>
                <a:latin typeface="+mn-lt"/>
              </a:rPr>
              <a:t>Control Recipe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+mn-lt"/>
              </a:rPr>
              <a:t>Execution package</a:t>
            </a:r>
          </a:p>
        </p:txBody>
      </p:sp>
      <p:sp>
        <p:nvSpPr>
          <p:cNvPr id="13" name="Operators execute electronically"/>
          <p:cNvSpPr/>
          <p:nvPr/>
        </p:nvSpPr>
        <p:spPr>
          <a:xfrm>
            <a:off x="8382400" y="2550000"/>
            <a:ext cx="3200000" cy="1500000"/>
          </a:xfrm>
          <a:prstGeom prst="roundRect">
            <a:avLst>
              <a:gd name="adj" fmla="val 8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+mn-lt"/>
              </a:rPr>
              <a:t>Operators execute electronically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+mn-lt"/>
              </a:rPr>
              <a:t>what users see and do</a:t>
            </a:r>
          </a:p>
        </p:txBody>
      </p:sp>
      <p:sp>
        <p:nvSpPr>
          <p:cNvPr id="14" name="Arrow"/>
          <p:cNvSpPr/>
          <p:nvPr/>
        </p:nvSpPr>
        <p:spPr>
          <a:xfrm>
            <a:off x="3802800" y="3120000"/>
            <a:ext cx="300000" cy="36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5" name="Arrow"/>
          <p:cNvSpPr/>
          <p:nvPr/>
        </p:nvSpPr>
        <p:spPr>
          <a:xfrm>
            <a:off x="7889200" y="3120000"/>
            <a:ext cx="300000" cy="36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609600" y="4250000"/>
            <a:ext cx="109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i="1">
                <a:solidFill>
                  <a:srgbClr val="5C6566"/>
                </a:solidFill>
                <a:latin typeface="+mn-lt"/>
              </a:rPr>
              <a:t>It helps pass planned process information into execution.</a:t>
            </a:r>
          </a:p>
        </p:txBody>
      </p:sp>
      <p:sp>
        <p:nvSpPr>
          <p:cNvPr id="17" name="Banner"/>
          <p:cNvSpPr/>
          <p:nvPr/>
        </p:nvSpPr>
        <p:spPr>
          <a:xfrm>
            <a:off x="609600" y="5200000"/>
            <a:ext cx="10972800" cy="680000"/>
          </a:xfrm>
          <a:prstGeom prst="roundRect">
            <a:avLst>
              <a:gd name="adj" fmla="val 6000"/>
            </a:avLst>
          </a:prstGeom>
          <a:solidFill>
            <a:srgbClr val="003865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+mn-lt"/>
              </a:rPr>
              <a:t>Simple explanation: it is the instruction package that helps drive what operators see and execute electronically.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PI Sheet / EBR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10" name="ebrhead"/>
          <p:cNvSpPr/>
          <p:nvPr/>
        </p:nvSpPr>
        <p:spPr>
          <a:xfrm>
            <a:off x="609600" y="1440000"/>
            <a:ext cx="10972800" cy="600000"/>
          </a:xfrm>
          <a:prstGeom prst="roundRect">
            <a:avLst>
              <a:gd name="adj" fmla="val 8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+mn-lt"/>
              </a:rPr>
              <a:t>The PI Sheet / EBR is the electronic execution record.</a:t>
            </a:r>
          </a:p>
        </p:txBody>
      </p:sp>
      <p:sp>
        <p:nvSpPr>
          <p:cNvPr id="11" name="tab"/>
          <p:cNvSpPr/>
          <p:nvPr/>
        </p:nvSpPr>
        <p:spPr>
          <a:xfrm>
            <a:off x="699600" y="2220000"/>
            <a:ext cx="90000" cy="52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" name="View process steps and phases"/>
          <p:cNvSpPr/>
          <p:nvPr/>
        </p:nvSpPr>
        <p:spPr>
          <a:xfrm>
            <a:off x="609600" y="2220000"/>
            <a:ext cx="5336400" cy="520000"/>
          </a:xfrm>
          <a:prstGeom prst="roundRect">
            <a:avLst>
              <a:gd name="adj" fmla="val 6000"/>
            </a:avLst>
          </a:prstGeom>
          <a:solidFill>
            <a:srgbClr val="FBE0EE"/>
          </a:solidFill>
          <a:ln>
            <a:noFill/>
          </a:ln>
        </p:spPr>
        <p:txBody>
          <a:bodyPr wrap="square" lIns="320000" tIns="45720" rIns="91440" bIns="45720" anchor="ctr" anchorCtr="0">
            <a:normAutofit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003865"/>
                </a:solidFill>
                <a:latin typeface="+mn-lt"/>
              </a:rPr>
              <a:t>View process steps and phases</a:t>
            </a:r>
          </a:p>
        </p:txBody>
      </p:sp>
      <p:sp>
        <p:nvSpPr>
          <p:cNvPr id="13" name="tab"/>
          <p:cNvSpPr/>
          <p:nvPr/>
        </p:nvSpPr>
        <p:spPr>
          <a:xfrm>
            <a:off x="6336000" y="2220000"/>
            <a:ext cx="90000" cy="52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" name="Enter data"/>
          <p:cNvSpPr/>
          <p:nvPr/>
        </p:nvSpPr>
        <p:spPr>
          <a:xfrm>
            <a:off x="6246000" y="2220000"/>
            <a:ext cx="5336400" cy="520000"/>
          </a:xfrm>
          <a:prstGeom prst="roundRect">
            <a:avLst>
              <a:gd name="adj" fmla="val 6000"/>
            </a:avLst>
          </a:prstGeom>
          <a:solidFill>
            <a:srgbClr val="FBE0EE"/>
          </a:solidFill>
          <a:ln>
            <a:noFill/>
          </a:ln>
        </p:spPr>
        <p:txBody>
          <a:bodyPr wrap="square" lIns="320000" tIns="45720" rIns="91440" bIns="45720" anchor="ctr" anchorCtr="0">
            <a:normAutofit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003865"/>
                </a:solidFill>
                <a:latin typeface="+mn-lt"/>
              </a:rPr>
              <a:t>Enter data</a:t>
            </a:r>
          </a:p>
        </p:txBody>
      </p:sp>
      <p:sp>
        <p:nvSpPr>
          <p:cNvPr id="15" name="tab"/>
          <p:cNvSpPr/>
          <p:nvPr/>
        </p:nvSpPr>
        <p:spPr>
          <a:xfrm>
            <a:off x="699600" y="2900000"/>
            <a:ext cx="90000" cy="52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" name="Record results"/>
          <p:cNvSpPr/>
          <p:nvPr/>
        </p:nvSpPr>
        <p:spPr>
          <a:xfrm>
            <a:off x="609600" y="2900000"/>
            <a:ext cx="5336400" cy="520000"/>
          </a:xfrm>
          <a:prstGeom prst="roundRect">
            <a:avLst>
              <a:gd name="adj" fmla="val 6000"/>
            </a:avLst>
          </a:prstGeom>
          <a:solidFill>
            <a:srgbClr val="FBE0EE"/>
          </a:solidFill>
          <a:ln>
            <a:noFill/>
          </a:ln>
        </p:spPr>
        <p:txBody>
          <a:bodyPr wrap="square" lIns="320000" tIns="45720" rIns="91440" bIns="45720" anchor="ctr" anchorCtr="0">
            <a:normAutofit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003865"/>
                </a:solidFill>
                <a:latin typeface="+mn-lt"/>
              </a:rPr>
              <a:t>Record results</a:t>
            </a:r>
          </a:p>
        </p:txBody>
      </p:sp>
      <p:sp>
        <p:nvSpPr>
          <p:cNvPr id="17" name="tab"/>
          <p:cNvSpPr/>
          <p:nvPr/>
        </p:nvSpPr>
        <p:spPr>
          <a:xfrm>
            <a:off x="6336000" y="2900000"/>
            <a:ext cx="90000" cy="52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" name="Sign"/>
          <p:cNvSpPr/>
          <p:nvPr/>
        </p:nvSpPr>
        <p:spPr>
          <a:xfrm>
            <a:off x="6246000" y="2900000"/>
            <a:ext cx="5336400" cy="520000"/>
          </a:xfrm>
          <a:prstGeom prst="roundRect">
            <a:avLst>
              <a:gd name="adj" fmla="val 6000"/>
            </a:avLst>
          </a:prstGeom>
          <a:solidFill>
            <a:srgbClr val="FBE0EE"/>
          </a:solidFill>
          <a:ln>
            <a:noFill/>
          </a:ln>
        </p:spPr>
        <p:txBody>
          <a:bodyPr wrap="square" lIns="320000" tIns="45720" rIns="91440" bIns="45720" anchor="ctr" anchorCtr="0">
            <a:normAutofit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003865"/>
                </a:solidFill>
                <a:latin typeface="+mn-lt"/>
              </a:rPr>
              <a:t>Sign</a:t>
            </a:r>
          </a:p>
        </p:txBody>
      </p:sp>
      <p:sp>
        <p:nvSpPr>
          <p:cNvPr id="19" name="tab"/>
          <p:cNvSpPr/>
          <p:nvPr/>
        </p:nvSpPr>
        <p:spPr>
          <a:xfrm>
            <a:off x="699600" y="3580000"/>
            <a:ext cx="90000" cy="52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0" name="Add comments"/>
          <p:cNvSpPr/>
          <p:nvPr/>
        </p:nvSpPr>
        <p:spPr>
          <a:xfrm>
            <a:off x="609600" y="3580000"/>
            <a:ext cx="5336400" cy="520000"/>
          </a:xfrm>
          <a:prstGeom prst="roundRect">
            <a:avLst>
              <a:gd name="adj" fmla="val 6000"/>
            </a:avLst>
          </a:prstGeom>
          <a:solidFill>
            <a:srgbClr val="FBE0EE"/>
          </a:solidFill>
          <a:ln>
            <a:noFill/>
          </a:ln>
        </p:spPr>
        <p:txBody>
          <a:bodyPr wrap="square" lIns="320000" tIns="45720" rIns="91440" bIns="45720" anchor="ctr" anchorCtr="0">
            <a:normAutofit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003865"/>
                </a:solidFill>
                <a:latin typeface="+mn-lt"/>
              </a:rPr>
              <a:t>Add comments</a:t>
            </a:r>
          </a:p>
        </p:txBody>
      </p:sp>
      <p:sp>
        <p:nvSpPr>
          <p:cNvPr id="21" name="tab"/>
          <p:cNvSpPr/>
          <p:nvPr/>
        </p:nvSpPr>
        <p:spPr>
          <a:xfrm>
            <a:off x="6336000" y="3580000"/>
            <a:ext cx="90000" cy="52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2" name="Capture deviations"/>
          <p:cNvSpPr/>
          <p:nvPr/>
        </p:nvSpPr>
        <p:spPr>
          <a:xfrm>
            <a:off x="6246000" y="3580000"/>
            <a:ext cx="5336400" cy="520000"/>
          </a:xfrm>
          <a:prstGeom prst="roundRect">
            <a:avLst>
              <a:gd name="adj" fmla="val 6000"/>
            </a:avLst>
          </a:prstGeom>
          <a:solidFill>
            <a:srgbClr val="FBE0EE"/>
          </a:solidFill>
          <a:ln>
            <a:noFill/>
          </a:ln>
        </p:spPr>
        <p:txBody>
          <a:bodyPr wrap="square" lIns="320000" tIns="45720" rIns="91440" bIns="45720" anchor="ctr" anchorCtr="0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003865"/>
                </a:solidFill>
                <a:latin typeface="+mn-lt"/>
              </a:rPr>
              <a:t>Capture deviations – Points where we are off from the min/max range or from a constraint created in the record. </a:t>
            </a:r>
          </a:p>
        </p:txBody>
      </p:sp>
      <p:sp>
        <p:nvSpPr>
          <p:cNvPr id="23" name="tab"/>
          <p:cNvSpPr/>
          <p:nvPr/>
        </p:nvSpPr>
        <p:spPr>
          <a:xfrm>
            <a:off x="699600" y="4260000"/>
            <a:ext cx="90000" cy="52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4" name="Complete the batch record"/>
          <p:cNvSpPr/>
          <p:nvPr/>
        </p:nvSpPr>
        <p:spPr>
          <a:xfrm>
            <a:off x="609600" y="4260000"/>
            <a:ext cx="5336400" cy="520000"/>
          </a:xfrm>
          <a:prstGeom prst="roundRect">
            <a:avLst>
              <a:gd name="adj" fmla="val 6000"/>
            </a:avLst>
          </a:prstGeom>
          <a:solidFill>
            <a:srgbClr val="FBE0EE"/>
          </a:solidFill>
          <a:ln>
            <a:noFill/>
          </a:ln>
        </p:spPr>
        <p:txBody>
          <a:bodyPr wrap="square" lIns="320000" tIns="45720" rIns="91440" bIns="45720" anchor="ctr" anchorCtr="0">
            <a:normAutofit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003865"/>
                </a:solidFill>
                <a:latin typeface="+mn-lt"/>
              </a:rPr>
              <a:t>Complete the batch record</a:t>
            </a:r>
          </a:p>
        </p:txBody>
      </p:sp>
      <p:sp>
        <p:nvSpPr>
          <p:cNvPr id="25" name="Banner"/>
          <p:cNvSpPr/>
          <p:nvPr/>
        </p:nvSpPr>
        <p:spPr>
          <a:xfrm>
            <a:off x="609600" y="5260000"/>
            <a:ext cx="10972800" cy="560000"/>
          </a:xfrm>
          <a:prstGeom prst="roundRect">
            <a:avLst>
              <a:gd name="adj" fmla="val 6000"/>
            </a:avLst>
          </a:prstGeom>
          <a:solidFill>
            <a:srgbClr val="003865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+mn-lt"/>
              </a:rPr>
              <a:t>Simple explanation: this is the working electronic batch record.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How Transactional Data Flows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10" name="Process Order"/>
          <p:cNvSpPr/>
          <p:nvPr/>
        </p:nvSpPr>
        <p:spPr>
          <a:xfrm>
            <a:off x="609600" y="2500000"/>
            <a:ext cx="2473200" cy="1600000"/>
          </a:xfrm>
          <a:prstGeom prst="roundRect">
            <a:avLst>
              <a:gd name="adj" fmla="val 9000"/>
            </a:avLst>
          </a:prstGeom>
          <a:solidFill>
            <a:srgbClr val="3C1053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+mn-lt"/>
              </a:rPr>
              <a:t>Process Order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>
                <a:solidFill>
                  <a:srgbClr val="FFFFFF"/>
                </a:solidFill>
                <a:latin typeface="+mn-lt"/>
              </a:rPr>
              <a:t>Batch-specific record</a:t>
            </a:r>
          </a:p>
        </p:txBody>
      </p:sp>
      <p:sp>
        <p:nvSpPr>
          <p:cNvPr id="11" name="Arrow"/>
          <p:cNvSpPr/>
          <p:nvPr/>
        </p:nvSpPr>
        <p:spPr>
          <a:xfrm>
            <a:off x="3112800" y="3120000"/>
            <a:ext cx="300000" cy="36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Control Recipe"/>
          <p:cNvSpPr/>
          <p:nvPr/>
        </p:nvSpPr>
        <p:spPr>
          <a:xfrm>
            <a:off x="3442800" y="2500000"/>
            <a:ext cx="2473200" cy="1600000"/>
          </a:xfrm>
          <a:prstGeom prst="roundRect">
            <a:avLst>
              <a:gd name="adj" fmla="val 9000"/>
            </a:avLst>
          </a:prstGeom>
          <a:solidFill>
            <a:srgbClr val="830051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+mn-lt"/>
              </a:rPr>
              <a:t>Control Recipe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>
                <a:solidFill>
                  <a:srgbClr val="FFFFFF"/>
                </a:solidFill>
                <a:latin typeface="+mn-lt"/>
              </a:rPr>
              <a:t>Execution package</a:t>
            </a:r>
          </a:p>
        </p:txBody>
      </p:sp>
      <p:sp>
        <p:nvSpPr>
          <p:cNvPr id="13" name="Arrow"/>
          <p:cNvSpPr/>
          <p:nvPr/>
        </p:nvSpPr>
        <p:spPr>
          <a:xfrm>
            <a:off x="5946000" y="3120000"/>
            <a:ext cx="300000" cy="36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4" name="PI Sheet / EBR"/>
          <p:cNvSpPr/>
          <p:nvPr/>
        </p:nvSpPr>
        <p:spPr>
          <a:xfrm>
            <a:off x="6276000" y="2500000"/>
            <a:ext cx="2473200" cy="1600000"/>
          </a:xfrm>
          <a:prstGeom prst="roundRect">
            <a:avLst>
              <a:gd name="adj" fmla="val 9000"/>
            </a:avLst>
          </a:prstGeom>
          <a:solidFill>
            <a:srgbClr val="D0006F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+mn-lt"/>
              </a:rPr>
              <a:t>PI Sheet / EBR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>
                <a:solidFill>
                  <a:srgbClr val="FFFFFF"/>
                </a:solidFill>
                <a:latin typeface="+mn-lt"/>
              </a:rPr>
              <a:t>Electronic batch record</a:t>
            </a:r>
          </a:p>
        </p:txBody>
      </p:sp>
      <p:sp>
        <p:nvSpPr>
          <p:cNvPr id="15" name="Arrow"/>
          <p:cNvSpPr/>
          <p:nvPr/>
        </p:nvSpPr>
        <p:spPr>
          <a:xfrm>
            <a:off x="8779200" y="3120000"/>
            <a:ext cx="300000" cy="360000"/>
          </a:xfrm>
          <a:prstGeom prst="rightArrow">
            <a:avLst/>
          </a:prstGeom>
          <a:solidFill>
            <a:srgbClr val="F0AB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6" name="Entries / Signatures / Comments / Deviations"/>
          <p:cNvSpPr/>
          <p:nvPr/>
        </p:nvSpPr>
        <p:spPr>
          <a:xfrm>
            <a:off x="9109200" y="2500000"/>
            <a:ext cx="2473200" cy="1600000"/>
          </a:xfrm>
          <a:prstGeom prst="roundRect">
            <a:avLst>
              <a:gd name="adj" fmla="val 9000"/>
            </a:avLst>
          </a:prstGeom>
          <a:solidFill>
            <a:srgbClr val="F0AB00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>
                <a:solidFill>
                  <a:schemeClr val="bg1"/>
                </a:solidFill>
                <a:latin typeface="+mn-lt"/>
              </a:rPr>
              <a:t>Entries / Signatures / Comments / Deviations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>
                <a:solidFill>
                  <a:schemeClr val="bg1"/>
                </a:solidFill>
                <a:latin typeface="+mn-lt"/>
              </a:rPr>
              <a:t>Batch evidence</a:t>
            </a:r>
          </a:p>
        </p:txBody>
      </p:sp>
      <p:sp>
        <p:nvSpPr>
          <p:cNvPr id="17" name="Banner"/>
          <p:cNvSpPr/>
          <p:nvPr/>
        </p:nvSpPr>
        <p:spPr>
          <a:xfrm>
            <a:off x="609600" y="4750000"/>
            <a:ext cx="10972800" cy="560000"/>
          </a:xfrm>
          <a:prstGeom prst="roundRect">
            <a:avLst>
              <a:gd name="adj" fmla="val 6000"/>
            </a:avLst>
          </a:prstGeom>
          <a:solidFill>
            <a:srgbClr val="003865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+mn-lt"/>
              </a:rPr>
              <a:t>The process order leads into execution, and the EBR captures the batch evidence.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003865"/>
                </a:solidFill>
              </a:rPr>
              <a:t>Simple Example: Buffer Batch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0" name="lp"/>
          <p:cNvSpPr/>
          <p:nvPr/>
        </p:nvSpPr>
        <p:spPr>
          <a:xfrm>
            <a:off x="609600" y="1480000"/>
            <a:ext cx="5386400" cy="4480000"/>
          </a:xfrm>
          <a:prstGeom prst="roundRect">
            <a:avLst>
              <a:gd name="adj" fmla="val 8000"/>
            </a:avLst>
          </a:prstGeom>
          <a:solidFill>
            <a:srgbClr val="F4E3EE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1" name="lph"/>
          <p:cNvSpPr/>
          <p:nvPr/>
        </p:nvSpPr>
        <p:spPr>
          <a:xfrm>
            <a:off x="609600" y="1480000"/>
            <a:ext cx="5386400" cy="540000"/>
          </a:xfrm>
          <a:prstGeom prst="roundRect">
            <a:avLst>
              <a:gd name="adj" fmla="val 8000"/>
            </a:avLst>
          </a:prstGeom>
          <a:solidFill>
            <a:srgbClr val="830051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+mn-lt"/>
              </a:rPr>
              <a:t>Master Data</a:t>
            </a:r>
          </a:p>
        </p:txBody>
      </p:sp>
      <p:sp>
        <p:nvSpPr>
          <p:cNvPr id="12" name="Master Recipe"/>
          <p:cNvSpPr/>
          <p:nvPr/>
        </p:nvSpPr>
        <p:spPr>
          <a:xfrm>
            <a:off x="809600" y="2140000"/>
            <a:ext cx="4986400" cy="8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830051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" name="t"/>
          <p:cNvSpPr/>
          <p:nvPr/>
        </p:nvSpPr>
        <p:spPr>
          <a:xfrm>
            <a:off x="809600" y="2140000"/>
            <a:ext cx="120000" cy="860000"/>
          </a:xfrm>
          <a:prstGeom prst="roundRect">
            <a:avLst>
              <a:gd name="adj" fmla="val 2000"/>
            </a:avLst>
          </a:prstGeom>
          <a:solidFill>
            <a:srgbClr val="830051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1069600" y="2140000"/>
            <a:ext cx="4626400" cy="8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Aft>
                <a:spcPts val="120"/>
              </a:spcAft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Master Recipe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>
                <a:solidFill>
                  <a:srgbClr val="5C6566"/>
                </a:solidFill>
                <a:latin typeface="+mn-lt"/>
              </a:rPr>
              <a:t>Weigh · Mix · Adjust pH · Transfer · Clean</a:t>
            </a:r>
          </a:p>
        </p:txBody>
      </p:sp>
      <p:sp>
        <p:nvSpPr>
          <p:cNvPr id="15" name="BOM"/>
          <p:cNvSpPr/>
          <p:nvPr/>
        </p:nvSpPr>
        <p:spPr>
          <a:xfrm>
            <a:off x="809600" y="3100000"/>
            <a:ext cx="4986400" cy="8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006F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" name="t"/>
          <p:cNvSpPr/>
          <p:nvPr/>
        </p:nvSpPr>
        <p:spPr>
          <a:xfrm>
            <a:off x="809600" y="3100000"/>
            <a:ext cx="120000" cy="86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" name="Text"/>
          <p:cNvSpPr/>
          <p:nvPr/>
        </p:nvSpPr>
        <p:spPr>
          <a:xfrm>
            <a:off x="1069600" y="3100000"/>
            <a:ext cx="4626400" cy="8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Aft>
                <a:spcPts val="120"/>
              </a:spcAft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BOM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>
                <a:solidFill>
                  <a:srgbClr val="5C6566"/>
                </a:solidFill>
                <a:latin typeface="+mn-lt"/>
              </a:rPr>
              <a:t>Water · Sodium acetate · Sodium chloride</a:t>
            </a:r>
          </a:p>
        </p:txBody>
      </p:sp>
      <p:sp>
        <p:nvSpPr>
          <p:cNvPr id="18" name="BOM Version"/>
          <p:cNvSpPr/>
          <p:nvPr/>
        </p:nvSpPr>
        <p:spPr>
          <a:xfrm>
            <a:off x="809600" y="4060000"/>
            <a:ext cx="4986400" cy="7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AB00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9" name="t"/>
          <p:cNvSpPr/>
          <p:nvPr/>
        </p:nvSpPr>
        <p:spPr>
          <a:xfrm>
            <a:off x="809600" y="4060000"/>
            <a:ext cx="120000" cy="760000"/>
          </a:xfrm>
          <a:prstGeom prst="roundRect">
            <a:avLst>
              <a:gd name="adj" fmla="val 2000"/>
            </a:avLst>
          </a:prstGeom>
          <a:solidFill>
            <a:srgbClr val="F0AB00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0" name="Text"/>
          <p:cNvSpPr/>
          <p:nvPr/>
        </p:nvSpPr>
        <p:spPr>
          <a:xfrm>
            <a:off x="1069600" y="4060000"/>
            <a:ext cx="46264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Aft>
                <a:spcPts val="120"/>
              </a:spcAft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BOM Version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>
                <a:solidFill>
                  <a:srgbClr val="5C6566"/>
                </a:solidFill>
                <a:latin typeface="+mn-lt"/>
              </a:rPr>
              <a:t>Approved version for this product / process</a:t>
            </a:r>
          </a:p>
        </p:txBody>
      </p:sp>
      <p:sp>
        <p:nvSpPr>
          <p:cNvPr id="21" name="rp"/>
          <p:cNvSpPr/>
          <p:nvPr/>
        </p:nvSpPr>
        <p:spPr>
          <a:xfrm>
            <a:off x="6196000" y="1480000"/>
            <a:ext cx="5386400" cy="4480000"/>
          </a:xfrm>
          <a:prstGeom prst="roundRect">
            <a:avLst>
              <a:gd name="adj" fmla="val 8000"/>
            </a:avLst>
          </a:prstGeom>
          <a:solidFill>
            <a:srgbClr val="EDE7F3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2" name="rph"/>
          <p:cNvSpPr/>
          <p:nvPr/>
        </p:nvSpPr>
        <p:spPr>
          <a:xfrm>
            <a:off x="6196000" y="1480000"/>
            <a:ext cx="5386400" cy="540000"/>
          </a:xfrm>
          <a:prstGeom prst="roundRect">
            <a:avLst>
              <a:gd name="adj" fmla="val 8000"/>
            </a:avLst>
          </a:prstGeom>
          <a:solidFill>
            <a:srgbClr val="3C1053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+mn-lt"/>
              </a:rPr>
              <a:t>Transactional Data</a:t>
            </a:r>
          </a:p>
        </p:txBody>
      </p:sp>
      <p:sp>
        <p:nvSpPr>
          <p:cNvPr id="23" name="Process Order"/>
          <p:cNvSpPr/>
          <p:nvPr/>
        </p:nvSpPr>
        <p:spPr>
          <a:xfrm>
            <a:off x="6396000" y="2140000"/>
            <a:ext cx="4986400" cy="8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C1053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4" name="t"/>
          <p:cNvSpPr/>
          <p:nvPr/>
        </p:nvSpPr>
        <p:spPr>
          <a:xfrm>
            <a:off x="6396000" y="2140000"/>
            <a:ext cx="120000" cy="860000"/>
          </a:xfrm>
          <a:prstGeom prst="roundRect">
            <a:avLst>
              <a:gd name="adj" fmla="val 2000"/>
            </a:avLst>
          </a:prstGeom>
          <a:solidFill>
            <a:srgbClr val="3C1053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5" name="Text"/>
          <p:cNvSpPr/>
          <p:nvPr/>
        </p:nvSpPr>
        <p:spPr>
          <a:xfrm>
            <a:off x="6656000" y="2140000"/>
            <a:ext cx="4626400" cy="8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Aft>
                <a:spcPts val="120"/>
              </a:spcAft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Process Order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>
                <a:solidFill>
                  <a:srgbClr val="5C6566"/>
                </a:solidFill>
                <a:latin typeface="+mn-lt"/>
              </a:rPr>
              <a:t>Batch 12345 is created</a:t>
            </a:r>
          </a:p>
        </p:txBody>
      </p:sp>
      <p:sp>
        <p:nvSpPr>
          <p:cNvPr id="26" name="PI Sheet / EBR"/>
          <p:cNvSpPr/>
          <p:nvPr/>
        </p:nvSpPr>
        <p:spPr>
          <a:xfrm>
            <a:off x="6396000" y="3100000"/>
            <a:ext cx="4986400" cy="1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006F"/>
            </a:solidFill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7" name="t"/>
          <p:cNvSpPr/>
          <p:nvPr/>
        </p:nvSpPr>
        <p:spPr>
          <a:xfrm>
            <a:off x="6396000" y="3100000"/>
            <a:ext cx="120000" cy="172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8" name="Text"/>
          <p:cNvSpPr/>
          <p:nvPr/>
        </p:nvSpPr>
        <p:spPr>
          <a:xfrm>
            <a:off x="6656000" y="3100000"/>
            <a:ext cx="46264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Aft>
                <a:spcPts val="120"/>
              </a:spcAft>
              <a:buNone/>
            </a:pPr>
            <a:r>
              <a:rPr lang="en-US" sz="1500" b="1">
                <a:solidFill>
                  <a:srgbClr val="003865"/>
                </a:solidFill>
                <a:latin typeface="+mn-lt"/>
              </a:rPr>
              <a:t>PI Sheet / EBR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>
                <a:solidFill>
                  <a:srgbClr val="5C6566"/>
                </a:solidFill>
                <a:latin typeface="+mn-lt"/>
              </a:rPr>
              <a:t>Operator records actual weights · pH result · equipment used · signatures · comments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865"/>
                </a:solidFill>
              </a:rPr>
              <a:t>Key Takeaways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10" name="tab"/>
          <p:cNvSpPr/>
          <p:nvPr/>
        </p:nvSpPr>
        <p:spPr>
          <a:xfrm>
            <a:off x="699600" y="1520000"/>
            <a:ext cx="100000" cy="560000"/>
          </a:xfrm>
          <a:prstGeom prst="roundRect">
            <a:avLst>
              <a:gd name="adj" fmla="val 2000"/>
            </a:avLst>
          </a:prstGeom>
          <a:solidFill>
            <a:srgbClr val="003865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1" name="SiMPL helps deliver the electronic batch record experience"/>
          <p:cNvSpPr/>
          <p:nvPr/>
        </p:nvSpPr>
        <p:spPr>
          <a:xfrm>
            <a:off x="609600" y="1520000"/>
            <a:ext cx="5336400" cy="560000"/>
          </a:xfrm>
          <a:prstGeom prst="roundRect">
            <a:avLst>
              <a:gd name="adj" fmla="val 6000"/>
            </a:avLst>
          </a:prstGeom>
          <a:solidFill>
            <a:srgbClr val="E6EBF0"/>
          </a:solidFill>
          <a:ln>
            <a:noFill/>
          </a:ln>
        </p:spPr>
        <p:txBody>
          <a:bodyPr wrap="square" lIns="320000" tIns="45720" rIns="120000" bIns="45720" anchor="ctr" anchorCtr="0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SiMPL helps deliver the electronic batch record experience</a:t>
            </a:r>
          </a:p>
        </p:txBody>
      </p:sp>
      <p:sp>
        <p:nvSpPr>
          <p:cNvPr id="12" name="tab"/>
          <p:cNvSpPr/>
          <p:nvPr/>
        </p:nvSpPr>
        <p:spPr>
          <a:xfrm>
            <a:off x="699600" y="2210000"/>
            <a:ext cx="100000" cy="560000"/>
          </a:xfrm>
          <a:prstGeom prst="roundRect">
            <a:avLst>
              <a:gd name="adj" fmla="val 2000"/>
            </a:avLst>
          </a:prstGeom>
          <a:solidFill>
            <a:srgbClr val="830051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" name="Master Recipe = process template / master batch record"/>
          <p:cNvSpPr/>
          <p:nvPr/>
        </p:nvSpPr>
        <p:spPr>
          <a:xfrm>
            <a:off x="609600" y="2210000"/>
            <a:ext cx="5336400" cy="560000"/>
          </a:xfrm>
          <a:prstGeom prst="roundRect">
            <a:avLst>
              <a:gd name="adj" fmla="val 6000"/>
            </a:avLst>
          </a:prstGeom>
          <a:solidFill>
            <a:srgbClr val="F4E3EE"/>
          </a:solidFill>
          <a:ln>
            <a:noFill/>
          </a:ln>
        </p:spPr>
        <p:txBody>
          <a:bodyPr wrap="square" lIns="320000" tIns="45720" rIns="120000" bIns="45720" anchor="ctr" anchorCtr="0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Master Recipe = process template / master batch record</a:t>
            </a:r>
          </a:p>
        </p:txBody>
      </p:sp>
      <p:sp>
        <p:nvSpPr>
          <p:cNvPr id="14" name="tab"/>
          <p:cNvSpPr/>
          <p:nvPr/>
        </p:nvSpPr>
        <p:spPr>
          <a:xfrm>
            <a:off x="699600" y="2900000"/>
            <a:ext cx="100000" cy="56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" name="BOM = materials list"/>
          <p:cNvSpPr/>
          <p:nvPr/>
        </p:nvSpPr>
        <p:spPr>
          <a:xfrm>
            <a:off x="609600" y="2900000"/>
            <a:ext cx="5336400" cy="560000"/>
          </a:xfrm>
          <a:prstGeom prst="roundRect">
            <a:avLst>
              <a:gd name="adj" fmla="val 6000"/>
            </a:avLst>
          </a:prstGeom>
          <a:solidFill>
            <a:srgbClr val="F7DAEA"/>
          </a:solidFill>
          <a:ln>
            <a:noFill/>
          </a:ln>
        </p:spPr>
        <p:txBody>
          <a:bodyPr wrap="square" lIns="320000" tIns="45720" rIns="120000" bIns="45720" anchor="ctr" anchorCtr="0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BOM = materials list</a:t>
            </a:r>
          </a:p>
        </p:txBody>
      </p:sp>
      <p:sp>
        <p:nvSpPr>
          <p:cNvPr id="16" name="tab"/>
          <p:cNvSpPr/>
          <p:nvPr/>
        </p:nvSpPr>
        <p:spPr>
          <a:xfrm>
            <a:off x="699600" y="3590000"/>
            <a:ext cx="100000" cy="560000"/>
          </a:xfrm>
          <a:prstGeom prst="roundRect">
            <a:avLst>
              <a:gd name="adj" fmla="val 2000"/>
            </a:avLst>
          </a:prstGeom>
          <a:solidFill>
            <a:srgbClr val="F0AB00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" name="BOM Version = approved materials version"/>
          <p:cNvSpPr/>
          <p:nvPr/>
        </p:nvSpPr>
        <p:spPr>
          <a:xfrm>
            <a:off x="609600" y="3590000"/>
            <a:ext cx="5336400" cy="560000"/>
          </a:xfrm>
          <a:prstGeom prst="roundRect">
            <a:avLst>
              <a:gd name="adj" fmla="val 6000"/>
            </a:avLst>
          </a:prstGeom>
          <a:solidFill>
            <a:srgbClr val="FCEFCC"/>
          </a:solidFill>
          <a:ln>
            <a:noFill/>
          </a:ln>
        </p:spPr>
        <p:txBody>
          <a:bodyPr wrap="square" lIns="320000" tIns="45720" rIns="120000" bIns="45720" anchor="ctr" anchorCtr="0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BOM Version = approved materials version</a:t>
            </a:r>
          </a:p>
        </p:txBody>
      </p:sp>
      <p:sp>
        <p:nvSpPr>
          <p:cNvPr id="18" name="tab"/>
          <p:cNvSpPr/>
          <p:nvPr/>
        </p:nvSpPr>
        <p:spPr>
          <a:xfrm>
            <a:off x="699600" y="4280000"/>
            <a:ext cx="100000" cy="560000"/>
          </a:xfrm>
          <a:prstGeom prst="roundRect">
            <a:avLst>
              <a:gd name="adj" fmla="val 2000"/>
            </a:avLst>
          </a:prstGeom>
          <a:solidFill>
            <a:srgbClr val="3C1053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9" name="Process Order = batch-specific order and working record"/>
          <p:cNvSpPr/>
          <p:nvPr/>
        </p:nvSpPr>
        <p:spPr>
          <a:xfrm>
            <a:off x="609600" y="4280000"/>
            <a:ext cx="5336400" cy="560000"/>
          </a:xfrm>
          <a:prstGeom prst="roundRect">
            <a:avLst>
              <a:gd name="adj" fmla="val 6000"/>
            </a:avLst>
          </a:prstGeom>
          <a:solidFill>
            <a:srgbClr val="EDE7F3"/>
          </a:solidFill>
          <a:ln>
            <a:noFill/>
          </a:ln>
        </p:spPr>
        <p:txBody>
          <a:bodyPr wrap="square" lIns="320000" tIns="45720" rIns="120000" bIns="45720" anchor="ctr" anchorCtr="0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Process Order = batch-specific order and working record</a:t>
            </a:r>
          </a:p>
        </p:txBody>
      </p:sp>
      <p:sp>
        <p:nvSpPr>
          <p:cNvPr id="20" name="tab"/>
          <p:cNvSpPr/>
          <p:nvPr/>
        </p:nvSpPr>
        <p:spPr>
          <a:xfrm>
            <a:off x="6336000" y="1520000"/>
            <a:ext cx="100000" cy="560000"/>
          </a:xfrm>
          <a:prstGeom prst="roundRect">
            <a:avLst>
              <a:gd name="adj" fmla="val 2000"/>
            </a:avLst>
          </a:prstGeom>
          <a:solidFill>
            <a:srgbClr val="830051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1" name="Control Recipe = execution package"/>
          <p:cNvSpPr/>
          <p:nvPr/>
        </p:nvSpPr>
        <p:spPr>
          <a:xfrm>
            <a:off x="6246000" y="1520000"/>
            <a:ext cx="5336400" cy="560000"/>
          </a:xfrm>
          <a:prstGeom prst="roundRect">
            <a:avLst>
              <a:gd name="adj" fmla="val 6000"/>
            </a:avLst>
          </a:prstGeom>
          <a:solidFill>
            <a:srgbClr val="F7DAEA"/>
          </a:solidFill>
          <a:ln>
            <a:noFill/>
          </a:ln>
        </p:spPr>
        <p:txBody>
          <a:bodyPr wrap="square" lIns="320000" tIns="45720" rIns="120000" bIns="45720" anchor="ctr" anchorCtr="0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Control Recipe = execution package</a:t>
            </a:r>
          </a:p>
        </p:txBody>
      </p:sp>
      <p:sp>
        <p:nvSpPr>
          <p:cNvPr id="22" name="tab"/>
          <p:cNvSpPr/>
          <p:nvPr/>
        </p:nvSpPr>
        <p:spPr>
          <a:xfrm>
            <a:off x="6336000" y="2210000"/>
            <a:ext cx="100000" cy="560000"/>
          </a:xfrm>
          <a:prstGeom prst="roundRect">
            <a:avLst>
              <a:gd name="adj" fmla="val 2000"/>
            </a:avLst>
          </a:prstGeom>
          <a:solidFill>
            <a:srgbClr val="D0006F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3" name="PI Sheet / EBR = electronic batch record used during execution"/>
          <p:cNvSpPr/>
          <p:nvPr/>
        </p:nvSpPr>
        <p:spPr>
          <a:xfrm>
            <a:off x="6246000" y="2210000"/>
            <a:ext cx="5336400" cy="560000"/>
          </a:xfrm>
          <a:prstGeom prst="roundRect">
            <a:avLst>
              <a:gd name="adj" fmla="val 6000"/>
            </a:avLst>
          </a:prstGeom>
          <a:solidFill>
            <a:srgbClr val="FBE0EE"/>
          </a:solidFill>
          <a:ln>
            <a:noFill/>
          </a:ln>
        </p:spPr>
        <p:txBody>
          <a:bodyPr wrap="square" lIns="320000" tIns="45720" rIns="120000" bIns="45720" anchor="ctr" anchorCtr="0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PI Sheet / EBR = electronic batch record used during execution</a:t>
            </a:r>
          </a:p>
        </p:txBody>
      </p:sp>
      <p:sp>
        <p:nvSpPr>
          <p:cNvPr id="24" name="tab"/>
          <p:cNvSpPr/>
          <p:nvPr/>
        </p:nvSpPr>
        <p:spPr>
          <a:xfrm>
            <a:off x="6336000" y="2900000"/>
            <a:ext cx="100000" cy="560000"/>
          </a:xfrm>
          <a:prstGeom prst="roundRect">
            <a:avLst>
              <a:gd name="adj" fmla="val 2000"/>
            </a:avLst>
          </a:prstGeom>
          <a:solidFill>
            <a:srgbClr val="830051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5" name="Master data defines what should happen"/>
          <p:cNvSpPr/>
          <p:nvPr/>
        </p:nvSpPr>
        <p:spPr>
          <a:xfrm>
            <a:off x="6246000" y="2900000"/>
            <a:ext cx="5336400" cy="560000"/>
          </a:xfrm>
          <a:prstGeom prst="roundRect">
            <a:avLst>
              <a:gd name="adj" fmla="val 6000"/>
            </a:avLst>
          </a:prstGeom>
          <a:solidFill>
            <a:srgbClr val="F4E3EE"/>
          </a:solidFill>
          <a:ln>
            <a:noFill/>
          </a:ln>
        </p:spPr>
        <p:txBody>
          <a:bodyPr wrap="square" lIns="320000" tIns="45720" rIns="120000" bIns="45720" anchor="ctr" anchorCtr="0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Master data defines what should happen</a:t>
            </a:r>
          </a:p>
        </p:txBody>
      </p:sp>
      <p:sp>
        <p:nvSpPr>
          <p:cNvPr id="26" name="tab"/>
          <p:cNvSpPr/>
          <p:nvPr/>
        </p:nvSpPr>
        <p:spPr>
          <a:xfrm>
            <a:off x="6336000" y="3590000"/>
            <a:ext cx="100000" cy="560000"/>
          </a:xfrm>
          <a:prstGeom prst="roundRect">
            <a:avLst>
              <a:gd name="adj" fmla="val 2000"/>
            </a:avLst>
          </a:prstGeom>
          <a:solidFill>
            <a:srgbClr val="3C1053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7" name="Transactional data records what did happen"/>
          <p:cNvSpPr/>
          <p:nvPr/>
        </p:nvSpPr>
        <p:spPr>
          <a:xfrm>
            <a:off x="6246000" y="3590000"/>
            <a:ext cx="5336400" cy="560000"/>
          </a:xfrm>
          <a:prstGeom prst="roundRect">
            <a:avLst>
              <a:gd name="adj" fmla="val 6000"/>
            </a:avLst>
          </a:prstGeom>
          <a:solidFill>
            <a:srgbClr val="EDE7F3"/>
          </a:solidFill>
          <a:ln>
            <a:noFill/>
          </a:ln>
        </p:spPr>
        <p:txBody>
          <a:bodyPr wrap="square" lIns="320000" tIns="45720" rIns="120000" bIns="45720" anchor="ctr" anchorCtr="0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003865"/>
                </a:solidFill>
                <a:latin typeface="+mn-lt"/>
              </a:rPr>
              <a:t>Transactional data records what did happen</a:t>
            </a:r>
          </a:p>
        </p:txBody>
      </p:sp>
      <p:sp>
        <p:nvSpPr>
          <p:cNvPr id="28" name="Banner"/>
          <p:cNvSpPr/>
          <p:nvPr/>
        </p:nvSpPr>
        <p:spPr>
          <a:xfrm>
            <a:off x="609600" y="5560000"/>
            <a:ext cx="10972800" cy="720000"/>
          </a:xfrm>
          <a:prstGeom prst="roundRect">
            <a:avLst>
              <a:gd name="adj" fmla="val 6000"/>
            </a:avLst>
          </a:prstGeom>
          <a:solidFill>
            <a:srgbClr val="003865"/>
          </a:solidFill>
          <a:ln>
            <a:noFill/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ctr" anchorCtr="0">
            <a:norm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+mn-lt"/>
              </a:rPr>
              <a:t>Template  →  Batch-specific order  →  Execution record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ASTRAZENECA STANDARD TEMPLATE" val="EvVFCk6W"/>
  <p:tag name="ARTICULATE_DESIGN_ID_1_ASTRAZENECA STANDARD TEMPLATE" val="kGJp0GDe"/>
  <p:tag name="ARTICULATE_DESIGN_ID_ALTERNATIVE LAYOUTS" val="Bt42LpTg"/>
  <p:tag name="ARTICULATE_DESIGN_ID_1_ALTERNATIVE LAYOUTS" val="Pu40bbUa"/>
  <p:tag name="ARTICULATE_DESIGN_ID_AGENDAS" val="ut6QGGsg"/>
  <p:tag name="ARTICULATE_DESIGN_ID_1_AGENDAS" val="zZqOLfMe"/>
  <p:tag name="ARTICULATE_DESIGN_ID_KEY MESSAGE LAYOUTS" val="EG1WQXxn"/>
  <p:tag name="ARTICULATE_DESIGN_ID_LISTS" val="M0QWvWS1"/>
  <p:tag name="ARTICULATE_DESIGN_ID_1_KEY MESSAGE LAYOUTS" val="ks627C6Q"/>
  <p:tag name="ARTICULATE_DESIGN_ID_DIAGRAMS" val="EHtI07Fq"/>
  <p:tag name="ARTICULATE_DESIGN_ID_ALTERNATIVE CONTENT LAYOUTS" val="ywJnDDcd"/>
  <p:tag name="ARTICULATE_DESIGN_ID_PERSONNEL" val="nHHLeDJ2"/>
  <p:tag name="ARTICULATE_DESIGN_ID_STAFF AND ORGANISATIONS" val="fzkdDkSo"/>
  <p:tag name="ARTICULATE_DESIGN_ID_1_ALTERNATIVE CONTENT LAYOUTS" val="iY0BipYY"/>
  <p:tag name="ARTICULATE_DESIGN_ID_1_LISTS" val="vezrIkHU"/>
  <p:tag name="ARTICULATE_DESIGN_ID_1_STAFF AND ORGANISATIONS" val="gu0rVs6s"/>
  <p:tag name="BRANDIN_CONFIG" val="CONFIG.INI"/>
  <p:tag name="BRANDIN_CHARTS" val="PROCESS CHARTS"/>
  <p:tag name="BRANDIN_RULES" val="RUN RULES"/>
  <p:tag name="ARTICULATE_DESIGN_ID_LOGO HOLDERS" val="frTQuPG5"/>
  <p:tag name="ARTICULATE_DESIGN_ID_SPEAKERS" val="lTM5UYkU"/>
  <p:tag name="ARTICULATE_DESIGN_ID_TEXT LAYOUTS" val="4lYw8SxY"/>
  <p:tag name="ARTICULATE_DESIGN_ID_KEY STATEMENTS" val="PiA9xBfC"/>
  <p:tag name="ARTICULATE_DESIGN_ID_TEXT WITH IMAGE" val="bQgCS8wS"/>
  <p:tag name="ARTICULATE_DESIGN_ID_TEXT WITH IMAGE LAYOUTS" val="4MQoe47W"/>
  <p:tag name="BRANDIN_SMARTPASTE" val="ACTIVE"/>
  <p:tag name="BRANDIN_WORKSPACE_NAME" val="AstraZeneca"/>
  <p:tag name="ARTICULATE_SLIDE_THUMBNAIL_REFRESH" val="1"/>
  <p:tag name="ARTICULATE_PROJECT_OPEN" val="0"/>
  <p:tag name="ARTICULATE_SLIDE_COUNT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straZeneca Standard Template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A22A8D6A-9BB7-4426-A052-364E607EB841}"/>
    </a:ext>
  </a:extLst>
</a:theme>
</file>

<file path=ppt/theme/theme2.xml><?xml version="1.0" encoding="utf-8"?>
<a:theme xmlns:a="http://schemas.openxmlformats.org/drawingml/2006/main" name="Lis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49704D40-F46A-4C26-84DC-061995D29F81}"/>
    </a:ext>
  </a:extLst>
</a:theme>
</file>

<file path=ppt/theme/theme3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eyword xmlns="44a56295-c29e-4898-8136-a54736c65b82" xsi:nil="true"/>
    <Descriptions xmlns="44a56295-c29e-4898-8136-a54736c65b82" xsi:nil="true"/>
    <TaxCatchAll xmlns="20b4cbf6-2dea-4e8a-abea-7d7ebc3991f4" xsi:nil="true"/>
    <lcf76f155ced4ddcb4097134ff3c332f xmlns="05f2b03e-ac3e-4a04-ba38-1c2fd9081dd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BrandIn lastLayout="1"/>
</file>

<file path=customXml/item4.xml><?xml version="1.0" encoding="utf-8"?>
<?mso-contentType ?>
<SharedContentType xmlns="Microsoft.SharePoint.Taxonomy.ContentTypeSync" SourceId="1ee89e71-04cd-405e-9ca3-99e020c1694d" ContentTypeId="0x0101" PreviousValue="false"/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28DEA12D104646A7759855867F231C" ma:contentTypeVersion="18" ma:contentTypeDescription="Create a new document." ma:contentTypeScope="" ma:versionID="a84794a70f7c6e106d14756a097cb860">
  <xsd:schema xmlns:xsd="http://www.w3.org/2001/XMLSchema" xmlns:xs="http://www.w3.org/2001/XMLSchema" xmlns:p="http://schemas.microsoft.com/office/2006/metadata/properties" xmlns:ns2="44a56295-c29e-4898-8136-a54736c65b82" xmlns:ns3="05f2b03e-ac3e-4a04-ba38-1c2fd9081dd5" xmlns:ns4="20b4cbf6-2dea-4e8a-abea-7d7ebc3991f4" targetNamespace="http://schemas.microsoft.com/office/2006/metadata/properties" ma:root="true" ma:fieldsID="1d44555cf299733031ae9a83a01b713b" ns2:_="" ns3:_="" ns4:_="">
    <xsd:import namespace="44a56295-c29e-4898-8136-a54736c65b82"/>
    <xsd:import namespace="05f2b03e-ac3e-4a04-ba38-1c2fd9081dd5"/>
    <xsd:import namespace="20b4cbf6-2dea-4e8a-abea-7d7ebc3991f4"/>
    <xsd:element name="properties">
      <xsd:complexType>
        <xsd:sequence>
          <xsd:element name="documentManagement">
            <xsd:complexType>
              <xsd:all>
                <xsd:element ref="ns2:Descriptions" minOccurs="0"/>
                <xsd:element ref="ns2:Keywor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CR" minOccurs="0"/>
                <xsd:element ref="ns3:_ApprovalAssignedTo" minOccurs="0"/>
                <xsd:element ref="ns3:_ApprovalRespondedBy" minOccurs="0"/>
                <xsd:element ref="ns3:_ApprovalSentBy" minOccurs="0"/>
                <xsd:element ref="ns3:_Approval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56295-c29e-4898-8136-a54736c65b82" elementFormDefault="qualified">
    <xsd:import namespace="http://schemas.microsoft.com/office/2006/documentManagement/types"/>
    <xsd:import namespace="http://schemas.microsoft.com/office/infopath/2007/PartnerControls"/>
    <xsd:element name="Descriptions" ma:index="8" nillable="true" ma:displayName="Descriptions" ma:description="Describe your document to make it appear at the top of search results" ma:internalName="Descriptions">
      <xsd:simpleType>
        <xsd:restriction base="dms:Note">
          <xsd:maxLength value="255"/>
        </xsd:restriction>
      </xsd:simpleType>
    </xsd:element>
    <xsd:element name="Keyword" ma:index="9" nillable="true" ma:displayName="Keyword" ma:description="Enter list of terms separated by semi-colon(;)" ma:internalName="Keywor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f2b03e-ac3e-4a04-ba38-1c2fd9081d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ee89e71-04cd-405e-9ca3-99e020c169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pprovalAssignedTo" ma:index="22" nillable="true" ma:displayName="Approver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3" nillable="true" ma:displayName="Response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4" nillable="true" ma:displayName="Approval Creator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25" nillable="true" ma:displayName="Approval status" ma:internalName="_Approval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b4cbf6-2dea-4e8a-abea-7d7ebc3991f4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c48435d4-8a8b-408d-8dd2-41f702826800}" ma:internalName="TaxCatchAll" ma:showField="CatchAllData" ma:web="20b4cbf6-2dea-4e8a-abea-7d7ebc3991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D41FD2-E42A-4705-AA0D-85221307178A}">
  <ds:schemaRefs>
    <ds:schemaRef ds:uri="05f2b03e-ac3e-4a04-ba38-1c2fd9081dd5"/>
    <ds:schemaRef ds:uri="20b4cbf6-2dea-4e8a-abea-7d7ebc3991f4"/>
    <ds:schemaRef ds:uri="44a56295-c29e-4898-8136-a54736c65b8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C02748-3634-4A24-AAB5-5A1F224A40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377F0E-6DE4-47A6-94F7-B5269FE2FCE0}">
  <ds:schemaRefs/>
</ds:datastoreItem>
</file>

<file path=customXml/itemProps4.xml><?xml version="1.0" encoding="utf-8"?>
<ds:datastoreItem xmlns:ds="http://schemas.openxmlformats.org/officeDocument/2006/customXml" ds:itemID="{F6170154-9BDB-42AB-BF01-B02BF2802597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BBD92B1E-D2EC-4007-8CBE-767531D1200D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AstraZeneca Standard Template</vt:lpstr>
      <vt:lpstr>Lists</vt:lpstr>
      <vt:lpstr>SiMPL 101</vt:lpstr>
      <vt:lpstr>PowerPoint Presentation</vt:lpstr>
      <vt:lpstr>Key Terminology</vt:lpstr>
      <vt:lpstr>What is SiMPL?</vt:lpstr>
      <vt:lpstr>How Everything Connects</vt:lpstr>
      <vt:lpstr>Master Data vs Transactional Data</vt:lpstr>
      <vt:lpstr>Master Recipe</vt:lpstr>
      <vt:lpstr>Operations and Phases</vt:lpstr>
      <vt:lpstr>Operations and Phases</vt:lpstr>
      <vt:lpstr>BOM and BOM Version</vt:lpstr>
      <vt:lpstr>How the Master Data Fits Together</vt:lpstr>
      <vt:lpstr>Process Order</vt:lpstr>
      <vt:lpstr>Control Recipe</vt:lpstr>
      <vt:lpstr>PI Sheet / EBR</vt:lpstr>
      <vt:lpstr>How Transactional Data Flows</vt:lpstr>
      <vt:lpstr>Simple Example: Buffer Batch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Massaad, Miriam</dc:creator>
  <cp:keywords/>
  <dc:description/>
  <cp:revision>3</cp:revision>
  <dcterms:created xsi:type="dcterms:W3CDTF">2026-06-24T13:57:38Z</dcterms:created>
  <dcterms:modified xsi:type="dcterms:W3CDTF">2026-07-21T18:09:15Z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0x010100BC28DEA12D104646A7759855867F231C</vt:lpwstr>
  </property>
  <property fmtid="{D5CDD505-2E9C-101B-9397-08002B2CF9AE}" pid="3" name="Version">
    <vt:lpwstr>ASTR 3935 - Template &amp; Model Slides 24.pptx</vt:lpwstr>
  </property>
  <property fmtid="{D5CDD505-2E9C-101B-9397-08002B2CF9AE}" pid="4" name="ArticulateGUID">
    <vt:lpwstr>3147F588-80EE-4A79-8B90-D2BF272EDFE6</vt:lpwstr>
  </property>
  <property fmtid="{D5CDD505-2E9C-101B-9397-08002B2CF9AE}" pid="5" name="ArticulatePath">
    <vt:lpwstr>https://brightcarbon.sharepoint.com/sites/Intranet/Projects/ABCD/AstraZeneca/ASTR 3935 - AstraZeneca Template Build Project/Corporate Templates Design/BrightCarbon Template-Build/ASTR 3935 - Template &amp; Model Slides 13</vt:lpwstr>
  </property>
  <property fmtid="{D5CDD505-2E9C-101B-9397-08002B2CF9AE}" pid="6" name="MediaServiceImageTags">
    <vt:lpwstr/>
  </property>
</Properties>
</file>